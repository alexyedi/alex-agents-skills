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 id="214748369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Nunito Sans Light"/>
      <p:regular r:id="rId42"/>
      <p:bold r:id="rId43"/>
      <p:italic r:id="rId44"/>
      <p:boldItalic r:id="rId45"/>
    </p:embeddedFont>
    <p:embeddedFont>
      <p:font typeface="Cinzel Black"/>
      <p:bold r:id="rId46"/>
    </p:embeddedFont>
    <p:embeddedFont>
      <p:font typeface="Cinzel SemiBold"/>
      <p:regular r:id="rId47"/>
      <p:bold r:id="rId48"/>
    </p:embeddedFont>
    <p:embeddedFont>
      <p:font typeface="Cinzel"/>
      <p:regular r:id="rId49"/>
      <p:bold r:id="rId50"/>
    </p:embeddedFont>
    <p:embeddedFont>
      <p:font typeface="Nunito Sans ExtraBold"/>
      <p:bold r:id="rId51"/>
      <p:boldItalic r:id="rId52"/>
    </p:embeddedFont>
    <p:embeddedFont>
      <p:font typeface="Nunito Sans ExtraLight"/>
      <p:regular r:id="rId53"/>
      <p:bold r:id="rId54"/>
      <p:italic r:id="rId55"/>
      <p:boldItalic r:id="rId56"/>
    </p:embeddedFont>
    <p:embeddedFont>
      <p:font typeface="Playfair Display"/>
      <p:regular r:id="rId57"/>
      <p:bold r:id="rId58"/>
      <p:italic r:id="rId59"/>
      <p:boldItalic r:id="rId60"/>
    </p:embeddedFont>
    <p:embeddedFont>
      <p:font typeface="Cinzel ExtraBold"/>
      <p:bold r:id="rId61"/>
    </p:embeddedFont>
    <p:embeddedFont>
      <p:font typeface="Libre Baskerville"/>
      <p:regular r:id="rId62"/>
      <p:bold r:id="rId63"/>
      <p:italic r:id="rId64"/>
      <p:boldItalic r:id="rId65"/>
    </p:embeddedFont>
    <p:embeddedFont>
      <p:font typeface="Roboto Serif Medium"/>
      <p:regular r:id="rId66"/>
      <p:bold r:id="rId67"/>
      <p:italic r:id="rId68"/>
      <p:boldItalic r:id="rId69"/>
    </p:embeddedFont>
    <p:embeddedFont>
      <p:font typeface="Playfair Display SemiBold"/>
      <p:regular r:id="rId70"/>
      <p:bold r:id="rId71"/>
      <p:italic r:id="rId72"/>
      <p:boldItalic r:id="rId73"/>
    </p:embeddedFont>
    <p:embeddedFont>
      <p:font typeface="Nunito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NunitoSansLight-regular.fntdata"/><Relationship Id="rId41" Type="http://schemas.openxmlformats.org/officeDocument/2006/relationships/slide" Target="slides/slide35.xml"/><Relationship Id="rId44" Type="http://schemas.openxmlformats.org/officeDocument/2006/relationships/font" Target="fonts/NunitoSansLight-italic.fntdata"/><Relationship Id="rId43" Type="http://schemas.openxmlformats.org/officeDocument/2006/relationships/font" Target="fonts/NunitoSansLight-bold.fntdata"/><Relationship Id="rId46" Type="http://schemas.openxmlformats.org/officeDocument/2006/relationships/font" Target="fonts/CinzelBlack-bold.fntdata"/><Relationship Id="rId45" Type="http://schemas.openxmlformats.org/officeDocument/2006/relationships/font" Target="fonts/NunitoSans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inzelSemiBold-bold.fntdata"/><Relationship Id="rId47" Type="http://schemas.openxmlformats.org/officeDocument/2006/relationships/font" Target="fonts/CinzelSemiBold-regular.fntdata"/><Relationship Id="rId49" Type="http://schemas.openxmlformats.org/officeDocument/2006/relationships/font" Target="fonts/Cinzel-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layfairDisplaySemiBold-boldItalic.fntdata"/><Relationship Id="rId72" Type="http://schemas.openxmlformats.org/officeDocument/2006/relationships/font" Target="fonts/PlayfairDisplaySemiBold-italic.fntdata"/><Relationship Id="rId31" Type="http://schemas.openxmlformats.org/officeDocument/2006/relationships/slide" Target="slides/slide25.xml"/><Relationship Id="rId75" Type="http://schemas.openxmlformats.org/officeDocument/2006/relationships/font" Target="fonts/NunitoSans-bold.fntdata"/><Relationship Id="rId30" Type="http://schemas.openxmlformats.org/officeDocument/2006/relationships/slide" Target="slides/slide24.xml"/><Relationship Id="rId74" Type="http://schemas.openxmlformats.org/officeDocument/2006/relationships/font" Target="fonts/NunitoSans-regular.fntdata"/><Relationship Id="rId33" Type="http://schemas.openxmlformats.org/officeDocument/2006/relationships/slide" Target="slides/slide27.xml"/><Relationship Id="rId77" Type="http://schemas.openxmlformats.org/officeDocument/2006/relationships/font" Target="fonts/NunitoSans-boldItalic.fntdata"/><Relationship Id="rId32" Type="http://schemas.openxmlformats.org/officeDocument/2006/relationships/slide" Target="slides/slide26.xml"/><Relationship Id="rId76" Type="http://schemas.openxmlformats.org/officeDocument/2006/relationships/font" Target="fonts/NunitoSans-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layfairDisplaySemiBold-bold.fntdata"/><Relationship Id="rId70" Type="http://schemas.openxmlformats.org/officeDocument/2006/relationships/font" Target="fonts/PlayfairDisplaySemiBold-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ibreBaskerville-regular.fntdata"/><Relationship Id="rId61" Type="http://schemas.openxmlformats.org/officeDocument/2006/relationships/font" Target="fonts/CinzelExtraBold-bold.fntdata"/><Relationship Id="rId20" Type="http://schemas.openxmlformats.org/officeDocument/2006/relationships/slide" Target="slides/slide14.xml"/><Relationship Id="rId64" Type="http://schemas.openxmlformats.org/officeDocument/2006/relationships/font" Target="fonts/LibreBaskerville-italic.fntdata"/><Relationship Id="rId63" Type="http://schemas.openxmlformats.org/officeDocument/2006/relationships/font" Target="fonts/LibreBaskerville-bold.fntdata"/><Relationship Id="rId22" Type="http://schemas.openxmlformats.org/officeDocument/2006/relationships/slide" Target="slides/slide16.xml"/><Relationship Id="rId66" Type="http://schemas.openxmlformats.org/officeDocument/2006/relationships/font" Target="fonts/RobotoSerifMedium-regular.fntdata"/><Relationship Id="rId21" Type="http://schemas.openxmlformats.org/officeDocument/2006/relationships/slide" Target="slides/slide15.xml"/><Relationship Id="rId65" Type="http://schemas.openxmlformats.org/officeDocument/2006/relationships/font" Target="fonts/LibreBaskerville-boldItalic.fntdata"/><Relationship Id="rId24" Type="http://schemas.openxmlformats.org/officeDocument/2006/relationships/slide" Target="slides/slide18.xml"/><Relationship Id="rId68" Type="http://schemas.openxmlformats.org/officeDocument/2006/relationships/font" Target="fonts/RobotoSerifMedium-italic.fntdata"/><Relationship Id="rId23" Type="http://schemas.openxmlformats.org/officeDocument/2006/relationships/slide" Target="slides/slide17.xml"/><Relationship Id="rId67" Type="http://schemas.openxmlformats.org/officeDocument/2006/relationships/font" Target="fonts/RobotoSerifMedium-bold.fntdata"/><Relationship Id="rId60" Type="http://schemas.openxmlformats.org/officeDocument/2006/relationships/font" Target="fonts/PlayfairDisplay-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SerifMedium-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SansExtraBold-bold.fntdata"/><Relationship Id="rId50" Type="http://schemas.openxmlformats.org/officeDocument/2006/relationships/font" Target="fonts/Cinzel-bold.fntdata"/><Relationship Id="rId53" Type="http://schemas.openxmlformats.org/officeDocument/2006/relationships/font" Target="fonts/NunitoSansExtraLight-regular.fntdata"/><Relationship Id="rId52" Type="http://schemas.openxmlformats.org/officeDocument/2006/relationships/font" Target="fonts/NunitoSansExtraBold-boldItalic.fntdata"/><Relationship Id="rId11" Type="http://schemas.openxmlformats.org/officeDocument/2006/relationships/slide" Target="slides/slide5.xml"/><Relationship Id="rId55" Type="http://schemas.openxmlformats.org/officeDocument/2006/relationships/font" Target="fonts/NunitoSansExtraLight-italic.fntdata"/><Relationship Id="rId10" Type="http://schemas.openxmlformats.org/officeDocument/2006/relationships/slide" Target="slides/slide4.xml"/><Relationship Id="rId54" Type="http://schemas.openxmlformats.org/officeDocument/2006/relationships/font" Target="fonts/NunitoSansExtraLight-bold.fntdata"/><Relationship Id="rId13" Type="http://schemas.openxmlformats.org/officeDocument/2006/relationships/slide" Target="slides/slide7.xml"/><Relationship Id="rId57" Type="http://schemas.openxmlformats.org/officeDocument/2006/relationships/font" Target="fonts/PlayfairDisplay-regular.fntdata"/><Relationship Id="rId12" Type="http://schemas.openxmlformats.org/officeDocument/2006/relationships/slide" Target="slides/slide6.xml"/><Relationship Id="rId56" Type="http://schemas.openxmlformats.org/officeDocument/2006/relationships/font" Target="fonts/NunitoSansExtraLight-boldItalic.fntdata"/><Relationship Id="rId15" Type="http://schemas.openxmlformats.org/officeDocument/2006/relationships/slide" Target="slides/slide9.xml"/><Relationship Id="rId59" Type="http://schemas.openxmlformats.org/officeDocument/2006/relationships/font" Target="fonts/PlayfairDisplay-italic.fntdata"/><Relationship Id="rId14" Type="http://schemas.openxmlformats.org/officeDocument/2006/relationships/slide" Target="slides/slide8.xml"/><Relationship Id="rId58" Type="http://schemas.openxmlformats.org/officeDocument/2006/relationships/font" Target="fonts/PlayfairDisplay-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ef78421b3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ef78421b3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ef78421b3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ef78421b3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ef78421b3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ef78421b3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ef78421b3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ef78421b3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ef78421b3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ef78421b3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ef78421b3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ef78421b3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ef78421b30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ef78421b3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ef78421b30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ef78421b3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ef78421b3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ef78421b3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ef78421b3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ef78421b3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ef78421b3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ef78421b3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ef78421b3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ef78421b3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ef78421b30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ef78421b30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ef78421b30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ef78421b3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ef78421b30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ef78421b3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ef78421b30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ef78421b30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ef78421b30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ef78421b30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ef78421b3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ef78421b3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ef78421b3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ef78421b3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ef78421b30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ef78421b3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ef78421b30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ef78421b30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ef78421b30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ef78421b30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ef78421b30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ef78421b30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ef78421b30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ef78421b30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b1d7af5b9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b1d7af5b9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b1d7af5b9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b1d7af5b9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b1d7af5b9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b1d7af5b9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ef78421b3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ef78421b3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ef78421b30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ef78421b30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ef78421b30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ef78421b30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ef78421b30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ef78421b30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ef78421b30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ef78421b30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ef78421b30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ef78421b30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ef78421b3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ef78421b3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ef78421b30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ef78421b3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 Title slide - Pink">
  <p:cSld name="1_2 - Title slide - Pink">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0" l="0" r="0" t="0"/>
          <a:stretch/>
        </p:blipFill>
        <p:spPr>
          <a:xfrm>
            <a:off x="0" y="0"/>
            <a:ext cx="9143998" cy="5143501"/>
          </a:xfrm>
          <a:prstGeom prst="rect">
            <a:avLst/>
          </a:prstGeom>
          <a:noFill/>
          <a:ln>
            <a:noFill/>
          </a:ln>
        </p:spPr>
      </p:pic>
      <p:sp>
        <p:nvSpPr>
          <p:cNvPr id="52" name="Google Shape;52;p13"/>
          <p:cNvSpPr txBox="1"/>
          <p:nvPr>
            <p:ph type="ctrTitle"/>
          </p:nvPr>
        </p:nvSpPr>
        <p:spPr>
          <a:xfrm>
            <a:off x="2514899" y="1993350"/>
            <a:ext cx="4114200" cy="578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sz="3200">
                <a:solidFill>
                  <a:schemeClr val="lt1"/>
                </a:solidFill>
                <a:latin typeface="Nunito Sans"/>
                <a:ea typeface="Nunito Sans"/>
                <a:cs typeface="Nunito Sans"/>
                <a:sym typeface="Nunito Sans"/>
              </a:defRPr>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53" name="Google Shape;53;p13"/>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lt1"/>
                </a:solidFill>
                <a:latin typeface="Nunito Sans"/>
                <a:ea typeface="Nunito Sans"/>
                <a:cs typeface="Nunito Sans"/>
                <a:sym typeface="Nunito Sans"/>
              </a:rPr>
              <a:t>‹#›</a:t>
            </a:fld>
            <a:endParaRPr b="0" i="0" sz="1000" u="none" cap="none" strike="noStrike">
              <a:solidFill>
                <a:schemeClr val="lt1"/>
              </a:solidFill>
              <a:latin typeface="Nunito Sans"/>
              <a:ea typeface="Nunito Sans"/>
              <a:cs typeface="Nunito Sans"/>
              <a:sym typeface="Nunito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2">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mt="46000"/>
          </a:blip>
          <a:srcRect b="0" l="0" r="0" t="0"/>
          <a:stretch/>
        </p:blipFill>
        <p:spPr>
          <a:xfrm>
            <a:off x="14707" y="0"/>
            <a:ext cx="9129292" cy="5143501"/>
          </a:xfrm>
          <a:prstGeom prst="rect">
            <a:avLst/>
          </a:prstGeom>
          <a:noFill/>
          <a:ln>
            <a:noFill/>
          </a:ln>
        </p:spPr>
      </p:pic>
      <p:sp>
        <p:nvSpPr>
          <p:cNvPr id="56" name="Google Shape;56;p14"/>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p:spTree>
      <p:nvGrpSpPr>
        <p:cNvPr id="61" name="Shape 61"/>
        <p:cNvGrpSpPr/>
        <p:nvPr/>
      </p:nvGrpSpPr>
      <p:grpSpPr>
        <a:xfrm>
          <a:off x="0" y="0"/>
          <a:ext cx="0" cy="0"/>
          <a:chOff x="0" y="0"/>
          <a:chExt cx="0" cy="0"/>
        </a:xfrm>
      </p:grpSpPr>
      <p:sp>
        <p:nvSpPr>
          <p:cNvPr id="62" name="Google Shape;62;p16"/>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
    <p:spTree>
      <p:nvGrpSpPr>
        <p:cNvPr id="63" name="Shape 63"/>
        <p:cNvGrpSpPr/>
        <p:nvPr/>
      </p:nvGrpSpPr>
      <p:grpSpPr>
        <a:xfrm>
          <a:off x="0" y="0"/>
          <a:ext cx="0" cy="0"/>
          <a:chOff x="0" y="0"/>
          <a:chExt cx="0" cy="0"/>
        </a:xfrm>
      </p:grpSpPr>
      <p:pic>
        <p:nvPicPr>
          <p:cNvPr id="64" name="Google Shape;64;p17"/>
          <p:cNvPicPr preferRelativeResize="0"/>
          <p:nvPr/>
        </p:nvPicPr>
        <p:blipFill rotWithShape="1">
          <a:blip r:embed="rId2">
            <a:alphaModFix/>
          </a:blip>
          <a:srcRect b="0" l="0" r="0" t="0"/>
          <a:stretch/>
        </p:blipFill>
        <p:spPr>
          <a:xfrm>
            <a:off x="1" y="0"/>
            <a:ext cx="9143998" cy="5143501"/>
          </a:xfrm>
          <a:prstGeom prst="rect">
            <a:avLst/>
          </a:prstGeom>
          <a:noFill/>
          <a:ln>
            <a:noFill/>
          </a:ln>
        </p:spPr>
      </p:pic>
      <p:sp>
        <p:nvSpPr>
          <p:cNvPr id="65" name="Google Shape;65;p17"/>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66" name="Google Shape;66;p17"/>
          <p:cNvSpPr/>
          <p:nvPr/>
        </p:nvSpPr>
        <p:spPr>
          <a:xfrm>
            <a:off x="4014305" y="444260"/>
            <a:ext cx="813900" cy="813900"/>
          </a:xfrm>
          <a:prstGeom prst="roundRect">
            <a:avLst>
              <a:gd fmla="val 16667" name="adj"/>
            </a:avLst>
          </a:prstGeom>
          <a:solidFill>
            <a:schemeClr val="lt1">
              <a:alpha val="9098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67" name="Google Shape;67;p17"/>
          <p:cNvSpPr/>
          <p:nvPr/>
        </p:nvSpPr>
        <p:spPr>
          <a:xfrm>
            <a:off x="4828072" y="3654905"/>
            <a:ext cx="1375500" cy="1375500"/>
          </a:xfrm>
          <a:prstGeom prst="roundRect">
            <a:avLst>
              <a:gd fmla="val 16667" name="adj"/>
            </a:avLst>
          </a:prstGeom>
          <a:solidFill>
            <a:srgbClr val="C7FAFA">
              <a:alpha val="23920"/>
            </a:srgb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68" name="Google Shape;68;p17"/>
          <p:cNvSpPr/>
          <p:nvPr/>
        </p:nvSpPr>
        <p:spPr>
          <a:xfrm>
            <a:off x="7348724" y="74874"/>
            <a:ext cx="1591200" cy="1591200"/>
          </a:xfrm>
          <a:prstGeom prst="roundRect">
            <a:avLst>
              <a:gd fmla="val 16667" name="adj"/>
            </a:avLst>
          </a:prstGeom>
          <a:solidFill>
            <a:schemeClr val="lt1">
              <a:alpha val="4588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69" name="Google Shape;69;p17"/>
          <p:cNvSpPr/>
          <p:nvPr/>
        </p:nvSpPr>
        <p:spPr>
          <a:xfrm>
            <a:off x="7643312" y="3949342"/>
            <a:ext cx="867900" cy="867900"/>
          </a:xfrm>
          <a:prstGeom prst="roundRect">
            <a:avLst>
              <a:gd fmla="val 16667" name="adj"/>
            </a:avLst>
          </a:prstGeom>
          <a:solidFill>
            <a:srgbClr val="EFD4EB">
              <a:alpha val="73330"/>
            </a:srgb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70" name="Google Shape;70;p17"/>
          <p:cNvSpPr/>
          <p:nvPr>
            <p:ph idx="2" type="pic"/>
          </p:nvPr>
        </p:nvSpPr>
        <p:spPr>
          <a:xfrm>
            <a:off x="4422140" y="913130"/>
            <a:ext cx="4447500" cy="3300600"/>
          </a:xfrm>
          <a:prstGeom prst="roundRect">
            <a:avLst>
              <a:gd fmla="val 16667" name="adj"/>
            </a:avLst>
          </a:prstGeom>
          <a:solidFill>
            <a:srgbClr val="F2F2F2"/>
          </a:solidFill>
          <a:ln>
            <a:noFill/>
          </a:ln>
        </p:spPr>
      </p:sp>
      <p:sp>
        <p:nvSpPr>
          <p:cNvPr id="71" name="Google Shape;71;p17"/>
          <p:cNvSpPr txBox="1"/>
          <p:nvPr>
            <p:ph type="title"/>
          </p:nvPr>
        </p:nvSpPr>
        <p:spPr>
          <a:xfrm>
            <a:off x="314960" y="1389904"/>
            <a:ext cx="3413700" cy="1485300"/>
          </a:xfrm>
          <a:prstGeom prst="rect">
            <a:avLst/>
          </a:prstGeom>
          <a:noFill/>
          <a:ln>
            <a:noFill/>
          </a:ln>
        </p:spPr>
        <p:txBody>
          <a:bodyPr anchorCtr="0" anchor="ctr" bIns="45700" lIns="91425" spcFirstLastPara="1" rIns="91425" wrap="square" tIns="45700">
            <a:normAutofit/>
          </a:bodyPr>
          <a:lstStyle>
            <a:lvl1pPr lvl="0" rtl="0" algn="l">
              <a:lnSpc>
                <a:spcPct val="113750"/>
              </a:lnSpc>
              <a:spcBef>
                <a:spcPts val="0"/>
              </a:spcBef>
              <a:spcAft>
                <a:spcPts val="0"/>
              </a:spcAft>
              <a:buSzPts val="1400"/>
              <a:buNone/>
              <a:defRPr sz="32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2" name="Google Shape;72;p17"/>
          <p:cNvSpPr txBox="1"/>
          <p:nvPr>
            <p:ph idx="1" type="body"/>
          </p:nvPr>
        </p:nvSpPr>
        <p:spPr>
          <a:xfrm>
            <a:off x="314960" y="3037205"/>
            <a:ext cx="3423900" cy="2547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600"/>
              <a:buNone/>
              <a:defRPr>
                <a:latin typeface="Nunito Sans ExtraLight"/>
                <a:ea typeface="Nunito Sans ExtraLight"/>
                <a:cs typeface="Nunito Sans ExtraLight"/>
                <a:sym typeface="Nunito Sans Extra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3">
    <p:spTree>
      <p:nvGrpSpPr>
        <p:cNvPr id="73" name="Shape 73"/>
        <p:cNvGrpSpPr/>
        <p:nvPr/>
      </p:nvGrpSpPr>
      <p:grpSpPr>
        <a:xfrm>
          <a:off x="0" y="0"/>
          <a:ext cx="0" cy="0"/>
          <a:chOff x="0" y="0"/>
          <a:chExt cx="0" cy="0"/>
        </a:xfrm>
      </p:grpSpPr>
      <p:pic>
        <p:nvPicPr>
          <p:cNvPr id="74" name="Google Shape;74;p18"/>
          <p:cNvPicPr preferRelativeResize="0"/>
          <p:nvPr/>
        </p:nvPicPr>
        <p:blipFill rotWithShape="1">
          <a:blip r:embed="rId2">
            <a:alphaModFix/>
          </a:blip>
          <a:srcRect b="0" l="0" r="0" t="0"/>
          <a:stretch/>
        </p:blipFill>
        <p:spPr>
          <a:xfrm>
            <a:off x="1" y="0"/>
            <a:ext cx="9143998" cy="5143501"/>
          </a:xfrm>
          <a:prstGeom prst="rect">
            <a:avLst/>
          </a:prstGeom>
          <a:noFill/>
          <a:ln>
            <a:noFill/>
          </a:ln>
        </p:spPr>
      </p:pic>
      <p:sp>
        <p:nvSpPr>
          <p:cNvPr id="75" name="Google Shape;75;p18"/>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76" name="Google Shape;76;p18"/>
          <p:cNvSpPr/>
          <p:nvPr/>
        </p:nvSpPr>
        <p:spPr>
          <a:xfrm>
            <a:off x="4014305" y="444260"/>
            <a:ext cx="813900" cy="813900"/>
          </a:xfrm>
          <a:prstGeom prst="roundRect">
            <a:avLst>
              <a:gd fmla="val 16667" name="adj"/>
            </a:avLst>
          </a:prstGeom>
          <a:solidFill>
            <a:schemeClr val="lt1">
              <a:alpha val="9098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77" name="Google Shape;77;p18"/>
          <p:cNvSpPr/>
          <p:nvPr/>
        </p:nvSpPr>
        <p:spPr>
          <a:xfrm>
            <a:off x="4828072" y="3654905"/>
            <a:ext cx="1375500" cy="1375500"/>
          </a:xfrm>
          <a:prstGeom prst="roundRect">
            <a:avLst>
              <a:gd fmla="val 16667" name="adj"/>
            </a:avLst>
          </a:prstGeom>
          <a:solidFill>
            <a:srgbClr val="C7FAFA">
              <a:alpha val="23920"/>
            </a:srgb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78" name="Google Shape;78;p18"/>
          <p:cNvSpPr/>
          <p:nvPr/>
        </p:nvSpPr>
        <p:spPr>
          <a:xfrm>
            <a:off x="7348724" y="74874"/>
            <a:ext cx="1591200" cy="1591200"/>
          </a:xfrm>
          <a:prstGeom prst="roundRect">
            <a:avLst>
              <a:gd fmla="val 16667" name="adj"/>
            </a:avLst>
          </a:prstGeom>
          <a:solidFill>
            <a:schemeClr val="lt1">
              <a:alpha val="4588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79" name="Google Shape;79;p18"/>
          <p:cNvSpPr/>
          <p:nvPr/>
        </p:nvSpPr>
        <p:spPr>
          <a:xfrm>
            <a:off x="7643312" y="3949342"/>
            <a:ext cx="867900" cy="867900"/>
          </a:xfrm>
          <a:prstGeom prst="roundRect">
            <a:avLst>
              <a:gd fmla="val 16667" name="adj"/>
            </a:avLst>
          </a:prstGeom>
          <a:solidFill>
            <a:srgbClr val="EFD4EB">
              <a:alpha val="73330"/>
            </a:srgb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80" name="Google Shape;80;p18"/>
          <p:cNvSpPr txBox="1"/>
          <p:nvPr>
            <p:ph type="title"/>
          </p:nvPr>
        </p:nvSpPr>
        <p:spPr>
          <a:xfrm>
            <a:off x="314960" y="1389904"/>
            <a:ext cx="3413700" cy="1485300"/>
          </a:xfrm>
          <a:prstGeom prst="rect">
            <a:avLst/>
          </a:prstGeom>
          <a:noFill/>
          <a:ln>
            <a:noFill/>
          </a:ln>
        </p:spPr>
        <p:txBody>
          <a:bodyPr anchorCtr="0" anchor="ctr" bIns="45700" lIns="91425" spcFirstLastPara="1" rIns="91425" wrap="square" tIns="45700">
            <a:normAutofit/>
          </a:bodyPr>
          <a:lstStyle>
            <a:lvl1pPr lvl="0" rtl="0" algn="l">
              <a:lnSpc>
                <a:spcPct val="113750"/>
              </a:lnSpc>
              <a:spcBef>
                <a:spcPts val="0"/>
              </a:spcBef>
              <a:spcAft>
                <a:spcPts val="0"/>
              </a:spcAft>
              <a:buSzPts val="1400"/>
              <a:buNone/>
              <a:defRPr sz="3200">
                <a:solidFill>
                  <a:srgbClr val="28BBBB"/>
                </a:solidFill>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1" name="Google Shape;81;p18"/>
          <p:cNvSpPr txBox="1"/>
          <p:nvPr>
            <p:ph idx="1" type="body"/>
          </p:nvPr>
        </p:nvSpPr>
        <p:spPr>
          <a:xfrm>
            <a:off x="314960" y="3037205"/>
            <a:ext cx="3423900" cy="2547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1600"/>
              <a:buNone/>
              <a:defRPr>
                <a:latin typeface="Nunito Sans ExtraLight"/>
                <a:ea typeface="Nunito Sans ExtraLight"/>
                <a:cs typeface="Nunito Sans ExtraLight"/>
                <a:sym typeface="Nunito Sans Extra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4">
    <p:spTree>
      <p:nvGrpSpPr>
        <p:cNvPr id="82" name="Shape 82"/>
        <p:cNvGrpSpPr/>
        <p:nvPr/>
      </p:nvGrpSpPr>
      <p:grpSpPr>
        <a:xfrm>
          <a:off x="0" y="0"/>
          <a:ext cx="0" cy="0"/>
          <a:chOff x="0" y="0"/>
          <a:chExt cx="0" cy="0"/>
        </a:xfrm>
      </p:grpSpPr>
      <p:pic>
        <p:nvPicPr>
          <p:cNvPr id="83" name="Google Shape;83;p19"/>
          <p:cNvPicPr preferRelativeResize="0"/>
          <p:nvPr/>
        </p:nvPicPr>
        <p:blipFill rotWithShape="1">
          <a:blip r:embed="rId2">
            <a:alphaModFix/>
          </a:blip>
          <a:srcRect b="0" l="0" r="0" t="0"/>
          <a:stretch/>
        </p:blipFill>
        <p:spPr>
          <a:xfrm>
            <a:off x="0" y="0"/>
            <a:ext cx="9143998" cy="5143501"/>
          </a:xfrm>
          <a:prstGeom prst="rect">
            <a:avLst/>
          </a:prstGeom>
          <a:noFill/>
          <a:ln>
            <a:noFill/>
          </a:ln>
        </p:spPr>
      </p:pic>
      <p:sp>
        <p:nvSpPr>
          <p:cNvPr id="84" name="Google Shape;84;p19"/>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85" name="Google Shape;85;p19"/>
          <p:cNvSpPr txBox="1"/>
          <p:nvPr/>
        </p:nvSpPr>
        <p:spPr>
          <a:xfrm>
            <a:off x="1201950" y="1234450"/>
            <a:ext cx="6746100" cy="60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solidFill>
                <a:srgbClr val="D4AF37"/>
              </a:solidFill>
              <a:highlight>
                <a:srgbClr val="00FFAF"/>
              </a:highlight>
              <a:latin typeface="Cinzel ExtraBold"/>
              <a:ea typeface="Cinzel ExtraBold"/>
              <a:cs typeface="Cinzel ExtraBold"/>
              <a:sym typeface="Cinzel ExtraBold"/>
            </a:endParaRPr>
          </a:p>
        </p:txBody>
      </p:sp>
      <p:sp>
        <p:nvSpPr>
          <p:cNvPr id="86" name="Google Shape;86;p19"/>
          <p:cNvSpPr txBox="1"/>
          <p:nvPr/>
        </p:nvSpPr>
        <p:spPr>
          <a:xfrm>
            <a:off x="3724975" y="1992425"/>
            <a:ext cx="1764900" cy="5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00FFAF"/>
              </a:solidFill>
              <a:highlight>
                <a:srgbClr val="D4AF37"/>
              </a:highlight>
              <a:latin typeface="Cinzel Black"/>
              <a:ea typeface="Cinzel Black"/>
              <a:cs typeface="Cinzel Black"/>
              <a:sym typeface="Cinzel Black"/>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5">
    <p:spTree>
      <p:nvGrpSpPr>
        <p:cNvPr id="87" name="Shape 87"/>
        <p:cNvGrpSpPr/>
        <p:nvPr/>
      </p:nvGrpSpPr>
      <p:grpSpPr>
        <a:xfrm>
          <a:off x="0" y="0"/>
          <a:ext cx="0" cy="0"/>
          <a:chOff x="0" y="0"/>
          <a:chExt cx="0" cy="0"/>
        </a:xfrm>
      </p:grpSpPr>
      <p:pic>
        <p:nvPicPr>
          <p:cNvPr id="88" name="Google Shape;88;p20"/>
          <p:cNvPicPr preferRelativeResize="0"/>
          <p:nvPr/>
        </p:nvPicPr>
        <p:blipFill rotWithShape="1">
          <a:blip r:embed="rId2">
            <a:alphaModFix amt="52000"/>
          </a:blip>
          <a:srcRect b="0" l="0" r="0" t="0"/>
          <a:stretch/>
        </p:blipFill>
        <p:spPr>
          <a:xfrm flipH="1" rot="10800000">
            <a:off x="0" y="-1"/>
            <a:ext cx="9143998" cy="5143501"/>
          </a:xfrm>
          <a:prstGeom prst="rect">
            <a:avLst/>
          </a:prstGeom>
          <a:noFill/>
          <a:ln>
            <a:noFill/>
          </a:ln>
        </p:spPr>
      </p:pic>
      <p:sp>
        <p:nvSpPr>
          <p:cNvPr id="89" name="Google Shape;89;p20"/>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90" name="Google Shape;90;p20"/>
          <p:cNvSpPr/>
          <p:nvPr/>
        </p:nvSpPr>
        <p:spPr>
          <a:xfrm>
            <a:off x="5789543" y="580677"/>
            <a:ext cx="2798100" cy="4428600"/>
          </a:xfrm>
          <a:prstGeom prst="roundRect">
            <a:avLst>
              <a:gd fmla="val 16667" name="adj"/>
            </a:avLst>
          </a:prstGeom>
          <a:solidFill>
            <a:schemeClr val="lt1"/>
          </a:solidFill>
          <a:ln>
            <a:noFill/>
          </a:ln>
          <a:effectLst>
            <a:outerShdw blurRad="584200" rotWithShape="0" algn="ctr">
              <a:schemeClr val="accent2">
                <a:alpha val="3882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91" name="Google Shape;91;p20"/>
          <p:cNvSpPr/>
          <p:nvPr>
            <p:ph idx="2" type="pic"/>
          </p:nvPr>
        </p:nvSpPr>
        <p:spPr>
          <a:xfrm>
            <a:off x="5795937" y="583808"/>
            <a:ext cx="2799300" cy="4431300"/>
          </a:xfrm>
          <a:prstGeom prst="roundRect">
            <a:avLst>
              <a:gd fmla="val 17170" name="adj"/>
            </a:avLst>
          </a:prstGeom>
          <a:solidFill>
            <a:schemeClr val="lt1"/>
          </a:solidFill>
          <a:ln>
            <a:noFill/>
          </a:ln>
        </p:spPr>
      </p:sp>
      <p:sp>
        <p:nvSpPr>
          <p:cNvPr id="92" name="Google Shape;92;p20"/>
          <p:cNvSpPr txBox="1"/>
          <p:nvPr>
            <p:ph idx="1" type="body"/>
          </p:nvPr>
        </p:nvSpPr>
        <p:spPr>
          <a:xfrm>
            <a:off x="457200" y="1139825"/>
            <a:ext cx="4114800" cy="34608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a:ea typeface="Nunito Sans"/>
                <a:cs typeface="Nunito Sans"/>
                <a:sym typeface="Nunito Sans"/>
              </a:defRPr>
            </a:lvl1pPr>
            <a:lvl2pPr indent="-228600" lvl="1" marL="914400" rtl="0" algn="l">
              <a:lnSpc>
                <a:spcPct val="100000"/>
              </a:lnSpc>
              <a:spcBef>
                <a:spcPts val="0"/>
              </a:spcBef>
              <a:spcAft>
                <a:spcPts val="0"/>
              </a:spcAft>
              <a:buSzPts val="1400"/>
              <a:buNone/>
              <a:defRPr b="0" i="0" sz="1000">
                <a:latin typeface="Nunito Sans Light"/>
                <a:ea typeface="Nunito Sans Light"/>
                <a:cs typeface="Nunito Sans Light"/>
                <a:sym typeface="Nunito Sans Light"/>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93" name="Google Shape;93;p20"/>
          <p:cNvSpPr txBox="1"/>
          <p:nvPr>
            <p:ph type="title"/>
          </p:nvPr>
        </p:nvSpPr>
        <p:spPr>
          <a:xfrm>
            <a:off x="343390" y="105045"/>
            <a:ext cx="42285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6">
    <p:spTree>
      <p:nvGrpSpPr>
        <p:cNvPr id="94" name="Shape 94"/>
        <p:cNvGrpSpPr/>
        <p:nvPr/>
      </p:nvGrpSpPr>
      <p:grpSpPr>
        <a:xfrm>
          <a:off x="0" y="0"/>
          <a:ext cx="0" cy="0"/>
          <a:chOff x="0" y="0"/>
          <a:chExt cx="0" cy="0"/>
        </a:xfrm>
      </p:grpSpPr>
      <p:pic>
        <p:nvPicPr>
          <p:cNvPr id="95" name="Google Shape;95;p21"/>
          <p:cNvPicPr preferRelativeResize="0"/>
          <p:nvPr/>
        </p:nvPicPr>
        <p:blipFill rotWithShape="1">
          <a:blip r:embed="rId2">
            <a:alphaModFix amt="52000"/>
          </a:blip>
          <a:srcRect b="0" l="0" r="0" t="0"/>
          <a:stretch/>
        </p:blipFill>
        <p:spPr>
          <a:xfrm flipH="1" rot="10800000">
            <a:off x="0" y="7032"/>
            <a:ext cx="9143998" cy="5143501"/>
          </a:xfrm>
          <a:prstGeom prst="rect">
            <a:avLst/>
          </a:prstGeom>
          <a:noFill/>
          <a:ln>
            <a:noFill/>
          </a:ln>
        </p:spPr>
      </p:pic>
      <p:sp>
        <p:nvSpPr>
          <p:cNvPr id="96" name="Google Shape;96;p21"/>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pic>
        <p:nvPicPr>
          <p:cNvPr id="97" name="Google Shape;97;p21"/>
          <p:cNvPicPr preferRelativeResize="0"/>
          <p:nvPr/>
        </p:nvPicPr>
        <p:blipFill rotWithShape="1">
          <a:blip r:embed="rId3">
            <a:alphaModFix/>
          </a:blip>
          <a:srcRect b="0" l="6216" r="12409" t="0"/>
          <a:stretch/>
        </p:blipFill>
        <p:spPr>
          <a:xfrm>
            <a:off x="4369525" y="555380"/>
            <a:ext cx="4368900" cy="3618300"/>
          </a:xfrm>
          <a:prstGeom prst="roundRect">
            <a:avLst>
              <a:gd fmla="val 16667" name="adj"/>
            </a:avLst>
          </a:prstGeom>
          <a:noFill/>
          <a:ln>
            <a:noFill/>
          </a:ln>
          <a:effectLst>
            <a:outerShdw blurRad="330200" rotWithShape="0" algn="tl" dir="9240000" dist="38100">
              <a:schemeClr val="accent2">
                <a:alpha val="35690"/>
              </a:schemeClr>
            </a:outerShdw>
          </a:effectLst>
        </p:spPr>
      </p:pic>
      <p:sp>
        <p:nvSpPr>
          <p:cNvPr id="98" name="Google Shape;98;p21"/>
          <p:cNvSpPr/>
          <p:nvPr>
            <p:ph idx="2" type="pic"/>
          </p:nvPr>
        </p:nvSpPr>
        <p:spPr>
          <a:xfrm>
            <a:off x="4361205" y="555674"/>
            <a:ext cx="4374900" cy="3629400"/>
          </a:xfrm>
          <a:prstGeom prst="roundRect">
            <a:avLst>
              <a:gd fmla="val 16086" name="adj"/>
            </a:avLst>
          </a:prstGeom>
          <a:solidFill>
            <a:schemeClr val="lt1"/>
          </a:solidFill>
          <a:ln>
            <a:noFill/>
          </a:ln>
        </p:spPr>
      </p:sp>
      <p:sp>
        <p:nvSpPr>
          <p:cNvPr id="99" name="Google Shape;99;p21"/>
          <p:cNvSpPr txBox="1"/>
          <p:nvPr>
            <p:ph type="title"/>
          </p:nvPr>
        </p:nvSpPr>
        <p:spPr>
          <a:xfrm>
            <a:off x="638810" y="1941221"/>
            <a:ext cx="33000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7">
    <p:spTree>
      <p:nvGrpSpPr>
        <p:cNvPr id="100" name="Shape 100"/>
        <p:cNvGrpSpPr/>
        <p:nvPr/>
      </p:nvGrpSpPr>
      <p:grpSpPr>
        <a:xfrm>
          <a:off x="0" y="0"/>
          <a:ext cx="0" cy="0"/>
          <a:chOff x="0" y="0"/>
          <a:chExt cx="0" cy="0"/>
        </a:xfrm>
      </p:grpSpPr>
      <p:pic>
        <p:nvPicPr>
          <p:cNvPr id="101" name="Google Shape;101;p22"/>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02" name="Google Shape;102;p22"/>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103" name="Google Shape;103;p22"/>
          <p:cNvSpPr txBox="1"/>
          <p:nvPr>
            <p:ph type="title"/>
          </p:nvPr>
        </p:nvSpPr>
        <p:spPr>
          <a:xfrm>
            <a:off x="341630" y="112078"/>
            <a:ext cx="78867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4" name="Google Shape;104;p22"/>
          <p:cNvSpPr txBox="1"/>
          <p:nvPr>
            <p:ph idx="1" type="body"/>
          </p:nvPr>
        </p:nvSpPr>
        <p:spPr>
          <a:xfrm>
            <a:off x="457200" y="1230630"/>
            <a:ext cx="6294000" cy="32196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8">
    <p:spTree>
      <p:nvGrpSpPr>
        <p:cNvPr id="105" name="Shape 105"/>
        <p:cNvGrpSpPr/>
        <p:nvPr/>
      </p:nvGrpSpPr>
      <p:grpSpPr>
        <a:xfrm>
          <a:off x="0" y="0"/>
          <a:ext cx="0" cy="0"/>
          <a:chOff x="0" y="0"/>
          <a:chExt cx="0" cy="0"/>
        </a:xfrm>
      </p:grpSpPr>
      <p:pic>
        <p:nvPicPr>
          <p:cNvPr id="106" name="Google Shape;106;p23"/>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07" name="Google Shape;107;p23"/>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108" name="Google Shape;108;p23"/>
          <p:cNvSpPr/>
          <p:nvPr/>
        </p:nvSpPr>
        <p:spPr>
          <a:xfrm>
            <a:off x="483284" y="1323706"/>
            <a:ext cx="3687900" cy="2684700"/>
          </a:xfrm>
          <a:prstGeom prst="roundRect">
            <a:avLst>
              <a:gd fmla="val 10051" name="adj"/>
            </a:avLst>
          </a:prstGeom>
          <a:solidFill>
            <a:srgbClr val="C7FAFA">
              <a:alpha val="18820"/>
            </a:srgbClr>
          </a:solidFill>
          <a:ln>
            <a:noFill/>
          </a:ln>
          <a:effectLst>
            <a:outerShdw blurRad="114300" rotWithShape="0" algn="ctr">
              <a:schemeClr val="accent1">
                <a:alpha val="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09" name="Google Shape;109;p23"/>
          <p:cNvSpPr/>
          <p:nvPr/>
        </p:nvSpPr>
        <p:spPr>
          <a:xfrm>
            <a:off x="4629399" y="1323706"/>
            <a:ext cx="3687900" cy="2684700"/>
          </a:xfrm>
          <a:prstGeom prst="roundRect">
            <a:avLst>
              <a:gd fmla="val 10051" name="adj"/>
            </a:avLst>
          </a:prstGeom>
          <a:solidFill>
            <a:srgbClr val="C7FAFA"/>
          </a:solidFill>
          <a:ln>
            <a:noFill/>
          </a:ln>
          <a:effectLst>
            <a:outerShdw blurRad="114300" rotWithShape="0" algn="ctr">
              <a:schemeClr val="accent1">
                <a:alpha val="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10" name="Google Shape;110;p23"/>
          <p:cNvSpPr txBox="1"/>
          <p:nvPr>
            <p:ph type="title"/>
          </p:nvPr>
        </p:nvSpPr>
        <p:spPr>
          <a:xfrm>
            <a:off x="341630" y="112078"/>
            <a:ext cx="78867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1" name="Google Shape;111;p23"/>
          <p:cNvSpPr txBox="1"/>
          <p:nvPr>
            <p:ph idx="1" type="body"/>
          </p:nvPr>
        </p:nvSpPr>
        <p:spPr>
          <a:xfrm>
            <a:off x="708660" y="1951039"/>
            <a:ext cx="2476500" cy="1401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2" name="Google Shape;112;p23"/>
          <p:cNvSpPr txBox="1"/>
          <p:nvPr>
            <p:ph idx="2" type="body"/>
          </p:nvPr>
        </p:nvSpPr>
        <p:spPr>
          <a:xfrm>
            <a:off x="708660" y="1501459"/>
            <a:ext cx="2476500" cy="373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solidFill>
                  <a:srgbClr val="9BE5DE"/>
                </a:solidFill>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3" name="Google Shape;113;p23"/>
          <p:cNvSpPr txBox="1"/>
          <p:nvPr>
            <p:ph idx="3" type="body"/>
          </p:nvPr>
        </p:nvSpPr>
        <p:spPr>
          <a:xfrm>
            <a:off x="4937760" y="1951039"/>
            <a:ext cx="2476500" cy="1401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14" name="Google Shape;114;p23"/>
          <p:cNvSpPr txBox="1"/>
          <p:nvPr>
            <p:ph idx="4" type="body"/>
          </p:nvPr>
        </p:nvSpPr>
        <p:spPr>
          <a:xfrm>
            <a:off x="4937760" y="1501459"/>
            <a:ext cx="2476500" cy="373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solidFill>
                  <a:srgbClr val="9BE5DE"/>
                </a:solidFill>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9">
    <p:spTree>
      <p:nvGrpSpPr>
        <p:cNvPr id="115" name="Shape 115"/>
        <p:cNvGrpSpPr/>
        <p:nvPr/>
      </p:nvGrpSpPr>
      <p:grpSpPr>
        <a:xfrm>
          <a:off x="0" y="0"/>
          <a:ext cx="0" cy="0"/>
          <a:chOff x="0" y="0"/>
          <a:chExt cx="0" cy="0"/>
        </a:xfrm>
      </p:grpSpPr>
      <p:pic>
        <p:nvPicPr>
          <p:cNvPr id="116" name="Google Shape;116;p24"/>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17" name="Google Shape;117;p24"/>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pic>
        <p:nvPicPr>
          <p:cNvPr id="118" name="Google Shape;118;p24"/>
          <p:cNvPicPr preferRelativeResize="0"/>
          <p:nvPr/>
        </p:nvPicPr>
        <p:blipFill rotWithShape="1">
          <a:blip r:embed="rId3">
            <a:alphaModFix/>
          </a:blip>
          <a:srcRect b="964" l="20753" r="16222" t="639"/>
          <a:stretch/>
        </p:blipFill>
        <p:spPr>
          <a:xfrm>
            <a:off x="4518461" y="366069"/>
            <a:ext cx="4219800" cy="4411500"/>
          </a:xfrm>
          <a:prstGeom prst="roundRect">
            <a:avLst>
              <a:gd fmla="val 17113" name="adj"/>
            </a:avLst>
          </a:prstGeom>
          <a:noFill/>
          <a:ln>
            <a:noFill/>
          </a:ln>
          <a:effectLst>
            <a:outerShdw blurRad="317500" sx="99000" rotWithShape="0" algn="tl" dir="2700000" dist="38100" sy="99000">
              <a:schemeClr val="accent4">
                <a:alpha val="40780"/>
              </a:schemeClr>
            </a:outerShdw>
          </a:effectLst>
        </p:spPr>
      </p:pic>
      <p:sp>
        <p:nvSpPr>
          <p:cNvPr id="119" name="Google Shape;119;p24"/>
          <p:cNvSpPr/>
          <p:nvPr>
            <p:ph idx="2" type="pic"/>
          </p:nvPr>
        </p:nvSpPr>
        <p:spPr>
          <a:xfrm>
            <a:off x="4508695" y="356088"/>
            <a:ext cx="4227300" cy="4431300"/>
          </a:xfrm>
          <a:prstGeom prst="roundRect">
            <a:avLst>
              <a:gd fmla="val 17084" name="adj"/>
            </a:avLst>
          </a:prstGeom>
          <a:solidFill>
            <a:schemeClr val="lt1"/>
          </a:solidFill>
          <a:ln>
            <a:noFill/>
          </a:ln>
        </p:spPr>
      </p:sp>
      <p:sp>
        <p:nvSpPr>
          <p:cNvPr id="120" name="Google Shape;120;p24"/>
          <p:cNvSpPr txBox="1"/>
          <p:nvPr>
            <p:ph type="title"/>
          </p:nvPr>
        </p:nvSpPr>
        <p:spPr>
          <a:xfrm>
            <a:off x="638810" y="1945618"/>
            <a:ext cx="33000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0">
    <p:spTree>
      <p:nvGrpSpPr>
        <p:cNvPr id="121" name="Shape 121"/>
        <p:cNvGrpSpPr/>
        <p:nvPr/>
      </p:nvGrpSpPr>
      <p:grpSpPr>
        <a:xfrm>
          <a:off x="0" y="0"/>
          <a:ext cx="0" cy="0"/>
          <a:chOff x="0" y="0"/>
          <a:chExt cx="0" cy="0"/>
        </a:xfrm>
      </p:grpSpPr>
      <p:sp>
        <p:nvSpPr>
          <p:cNvPr id="122" name="Google Shape;122;p25"/>
          <p:cNvSpPr/>
          <p:nvPr/>
        </p:nvSpPr>
        <p:spPr>
          <a:xfrm>
            <a:off x="472440" y="1316086"/>
            <a:ext cx="3687900" cy="2684700"/>
          </a:xfrm>
          <a:prstGeom prst="roundRect">
            <a:avLst>
              <a:gd fmla="val 10051" name="adj"/>
            </a:avLst>
          </a:prstGeom>
          <a:solidFill>
            <a:schemeClr val="accent6">
              <a:alpha val="18820"/>
            </a:schemeClr>
          </a:solidFill>
          <a:ln>
            <a:noFill/>
          </a:ln>
          <a:effectLst>
            <a:outerShdw blurRad="114300" rotWithShape="0" algn="ctr">
              <a:schemeClr val="accent1">
                <a:alpha val="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23" name="Google Shape;123;p25"/>
          <p:cNvSpPr/>
          <p:nvPr/>
        </p:nvSpPr>
        <p:spPr>
          <a:xfrm>
            <a:off x="4618555" y="1316086"/>
            <a:ext cx="3687900" cy="2684700"/>
          </a:xfrm>
          <a:prstGeom prst="roundRect">
            <a:avLst>
              <a:gd fmla="val 10051" name="adj"/>
            </a:avLst>
          </a:prstGeom>
          <a:solidFill>
            <a:srgbClr val="F5CDEF"/>
          </a:solidFill>
          <a:ln>
            <a:noFill/>
          </a:ln>
          <a:effectLst>
            <a:outerShdw blurRad="114300" rotWithShape="0" algn="ctr">
              <a:schemeClr val="accent1">
                <a:alpha val="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pic>
        <p:nvPicPr>
          <p:cNvPr id="124" name="Google Shape;124;p25"/>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25" name="Google Shape;125;p25"/>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126" name="Google Shape;126;p25"/>
          <p:cNvSpPr txBox="1"/>
          <p:nvPr>
            <p:ph type="title"/>
          </p:nvPr>
        </p:nvSpPr>
        <p:spPr>
          <a:xfrm>
            <a:off x="341630" y="112078"/>
            <a:ext cx="78867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7" name="Google Shape;127;p25"/>
          <p:cNvSpPr txBox="1"/>
          <p:nvPr>
            <p:ph idx="1" type="body"/>
          </p:nvPr>
        </p:nvSpPr>
        <p:spPr>
          <a:xfrm>
            <a:off x="708660" y="1951039"/>
            <a:ext cx="2476500" cy="1401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28" name="Google Shape;128;p25"/>
          <p:cNvSpPr txBox="1"/>
          <p:nvPr>
            <p:ph idx="2" type="body"/>
          </p:nvPr>
        </p:nvSpPr>
        <p:spPr>
          <a:xfrm>
            <a:off x="708660" y="1501459"/>
            <a:ext cx="2476500" cy="373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solidFill>
                  <a:srgbClr val="9BE5DE"/>
                </a:solidFill>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29" name="Google Shape;129;p25"/>
          <p:cNvSpPr txBox="1"/>
          <p:nvPr>
            <p:ph idx="3" type="body"/>
          </p:nvPr>
        </p:nvSpPr>
        <p:spPr>
          <a:xfrm>
            <a:off x="4937760" y="1951039"/>
            <a:ext cx="2476500" cy="1401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30" name="Google Shape;130;p25"/>
          <p:cNvSpPr txBox="1"/>
          <p:nvPr>
            <p:ph idx="4" type="body"/>
          </p:nvPr>
        </p:nvSpPr>
        <p:spPr>
          <a:xfrm>
            <a:off x="4937760" y="1501459"/>
            <a:ext cx="2476500" cy="373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solidFill>
                  <a:srgbClr val="9BE5DE"/>
                </a:solidFill>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1">
    <p:spTree>
      <p:nvGrpSpPr>
        <p:cNvPr id="131" name="Shape 131"/>
        <p:cNvGrpSpPr/>
        <p:nvPr/>
      </p:nvGrpSpPr>
      <p:grpSpPr>
        <a:xfrm>
          <a:off x="0" y="0"/>
          <a:ext cx="0" cy="0"/>
          <a:chOff x="0" y="0"/>
          <a:chExt cx="0" cy="0"/>
        </a:xfrm>
      </p:grpSpPr>
      <p:pic>
        <p:nvPicPr>
          <p:cNvPr id="132" name="Google Shape;132;p26"/>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33" name="Google Shape;133;p26"/>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pic>
        <p:nvPicPr>
          <p:cNvPr id="134" name="Google Shape;134;p26"/>
          <p:cNvPicPr preferRelativeResize="0"/>
          <p:nvPr/>
        </p:nvPicPr>
        <p:blipFill rotWithShape="1">
          <a:blip r:embed="rId3">
            <a:alphaModFix/>
          </a:blip>
          <a:srcRect b="0" l="12684" r="12744" t="0"/>
          <a:stretch/>
        </p:blipFill>
        <p:spPr>
          <a:xfrm>
            <a:off x="4442627" y="613176"/>
            <a:ext cx="3955800" cy="3955800"/>
          </a:xfrm>
          <a:prstGeom prst="roundRect">
            <a:avLst>
              <a:gd fmla="val 13530" name="adj"/>
            </a:avLst>
          </a:prstGeom>
          <a:noFill/>
          <a:ln>
            <a:noFill/>
          </a:ln>
          <a:effectLst>
            <a:outerShdw blurRad="292100" rotWithShape="0" algn="ctr" dir="4620000" dist="50800">
              <a:schemeClr val="accent3">
                <a:alpha val="31760"/>
              </a:schemeClr>
            </a:outerShdw>
          </a:effectLst>
        </p:spPr>
      </p:pic>
      <p:sp>
        <p:nvSpPr>
          <p:cNvPr id="135" name="Google Shape;135;p26"/>
          <p:cNvSpPr/>
          <p:nvPr>
            <p:ph idx="2" type="pic"/>
          </p:nvPr>
        </p:nvSpPr>
        <p:spPr>
          <a:xfrm>
            <a:off x="4445391" y="611945"/>
            <a:ext cx="3974100" cy="3967200"/>
          </a:xfrm>
          <a:prstGeom prst="roundRect">
            <a:avLst>
              <a:gd fmla="val 13183" name="adj"/>
            </a:avLst>
          </a:prstGeom>
          <a:solidFill>
            <a:schemeClr val="lt1"/>
          </a:solidFill>
          <a:ln>
            <a:noFill/>
          </a:ln>
        </p:spPr>
      </p:sp>
      <p:sp>
        <p:nvSpPr>
          <p:cNvPr id="136" name="Google Shape;136;p26"/>
          <p:cNvSpPr txBox="1"/>
          <p:nvPr>
            <p:ph type="title"/>
          </p:nvPr>
        </p:nvSpPr>
        <p:spPr>
          <a:xfrm>
            <a:off x="638810" y="1945618"/>
            <a:ext cx="33000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32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 Title slide - Pink">
  <p:cSld name="1_2 - Title slide - Pink">
    <p:bg>
      <p:bgPr>
        <a:solidFill>
          <a:schemeClr val="lt1"/>
        </a:solidFill>
      </p:bgPr>
    </p:bg>
    <p:spTree>
      <p:nvGrpSpPr>
        <p:cNvPr id="137" name="Shape 137"/>
        <p:cNvGrpSpPr/>
        <p:nvPr/>
      </p:nvGrpSpPr>
      <p:grpSpPr>
        <a:xfrm>
          <a:off x="0" y="0"/>
          <a:ext cx="0" cy="0"/>
          <a:chOff x="0" y="0"/>
          <a:chExt cx="0" cy="0"/>
        </a:xfrm>
      </p:grpSpPr>
      <p:pic>
        <p:nvPicPr>
          <p:cNvPr id="138" name="Google Shape;138;p27"/>
          <p:cNvPicPr preferRelativeResize="0"/>
          <p:nvPr/>
        </p:nvPicPr>
        <p:blipFill rotWithShape="1">
          <a:blip r:embed="rId2">
            <a:alphaModFix/>
          </a:blip>
          <a:srcRect b="0" l="0" r="0" t="0"/>
          <a:stretch/>
        </p:blipFill>
        <p:spPr>
          <a:xfrm>
            <a:off x="0" y="0"/>
            <a:ext cx="9143998" cy="5143501"/>
          </a:xfrm>
          <a:prstGeom prst="rect">
            <a:avLst/>
          </a:prstGeom>
          <a:noFill/>
          <a:ln>
            <a:noFill/>
          </a:ln>
        </p:spPr>
      </p:pic>
      <p:sp>
        <p:nvSpPr>
          <p:cNvPr id="139" name="Google Shape;139;p27"/>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lt1"/>
                </a:solidFill>
                <a:latin typeface="Nunito Sans"/>
                <a:ea typeface="Nunito Sans"/>
                <a:cs typeface="Nunito Sans"/>
                <a:sym typeface="Nunito Sans"/>
              </a:rPr>
              <a:t>‹#›</a:t>
            </a:fld>
            <a:endParaRPr b="0" i="0" sz="1000" u="none" cap="none" strike="noStrike">
              <a:solidFill>
                <a:schemeClr val="lt1"/>
              </a:solidFill>
              <a:latin typeface="Nunito Sans"/>
              <a:ea typeface="Nunito Sans"/>
              <a:cs typeface="Nunito Sans"/>
              <a:sym typeface="Nunito Sans"/>
            </a:endParaRPr>
          </a:p>
        </p:txBody>
      </p:sp>
      <p:sp>
        <p:nvSpPr>
          <p:cNvPr id="140" name="Google Shape;140;p27"/>
          <p:cNvSpPr txBox="1"/>
          <p:nvPr/>
        </p:nvSpPr>
        <p:spPr>
          <a:xfrm>
            <a:off x="25400" y="0"/>
            <a:ext cx="4546500" cy="5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505050"/>
              </a:solidFill>
              <a:highlight>
                <a:srgbClr val="FF5252"/>
              </a:highlight>
              <a:latin typeface="Roboto Serif Medium"/>
              <a:ea typeface="Roboto Serif Medium"/>
              <a:cs typeface="Roboto Serif Medium"/>
              <a:sym typeface="Roboto Serif Medium"/>
            </a:endParaRPr>
          </a:p>
        </p:txBody>
      </p:sp>
      <p:sp>
        <p:nvSpPr>
          <p:cNvPr id="141" name="Google Shape;141;p27"/>
          <p:cNvSpPr txBox="1"/>
          <p:nvPr/>
        </p:nvSpPr>
        <p:spPr>
          <a:xfrm>
            <a:off x="4597500" y="0"/>
            <a:ext cx="4546500" cy="5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rgbClr val="FF5252"/>
              </a:solidFill>
              <a:highlight>
                <a:srgbClr val="505050"/>
              </a:highlight>
              <a:latin typeface="Nunito Sans Light"/>
              <a:ea typeface="Nunito Sans Light"/>
              <a:cs typeface="Nunito Sans Light"/>
              <a:sym typeface="Nunito Sans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2">
    <p:spTree>
      <p:nvGrpSpPr>
        <p:cNvPr id="142" name="Shape 142"/>
        <p:cNvGrpSpPr/>
        <p:nvPr/>
      </p:nvGrpSpPr>
      <p:grpSpPr>
        <a:xfrm>
          <a:off x="0" y="0"/>
          <a:ext cx="0" cy="0"/>
          <a:chOff x="0" y="0"/>
          <a:chExt cx="0" cy="0"/>
        </a:xfrm>
      </p:grpSpPr>
      <p:sp>
        <p:nvSpPr>
          <p:cNvPr id="143" name="Google Shape;143;p28"/>
          <p:cNvSpPr/>
          <p:nvPr>
            <p:ph idx="2" type="pic"/>
          </p:nvPr>
        </p:nvSpPr>
        <p:spPr>
          <a:xfrm>
            <a:off x="0" y="0"/>
            <a:ext cx="9144000" cy="5143500"/>
          </a:xfrm>
          <a:prstGeom prst="rect">
            <a:avLst/>
          </a:prstGeom>
          <a:solidFill>
            <a:schemeClr val="lt1"/>
          </a:solidFill>
          <a:ln>
            <a:noFill/>
          </a:ln>
        </p:spPr>
      </p:sp>
      <p:sp>
        <p:nvSpPr>
          <p:cNvPr id="144" name="Google Shape;144;p28"/>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145" name="Google Shape;145;p28"/>
          <p:cNvSpPr/>
          <p:nvPr/>
        </p:nvSpPr>
        <p:spPr>
          <a:xfrm>
            <a:off x="530198" y="755950"/>
            <a:ext cx="3880500" cy="3777600"/>
          </a:xfrm>
          <a:prstGeom prst="roundRect">
            <a:avLst>
              <a:gd fmla="val 16667" name="adj"/>
            </a:avLst>
          </a:prstGeom>
          <a:solidFill>
            <a:schemeClr val="lt1">
              <a:alpha val="84710"/>
            </a:schemeClr>
          </a:solidFill>
          <a:ln>
            <a:noFill/>
          </a:ln>
          <a:effectLst>
            <a:outerShdw blurRad="406400" rotWithShape="0" algn="tl" dir="2700000" dist="38100">
              <a:schemeClr val="accent2">
                <a:alpha val="4000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46" name="Google Shape;146;p28"/>
          <p:cNvSpPr txBox="1"/>
          <p:nvPr>
            <p:ph type="title"/>
          </p:nvPr>
        </p:nvSpPr>
        <p:spPr>
          <a:xfrm>
            <a:off x="815340" y="744538"/>
            <a:ext cx="36042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b="0"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47" name="Google Shape;147;p28"/>
          <p:cNvSpPr txBox="1"/>
          <p:nvPr>
            <p:ph idx="1" type="body"/>
          </p:nvPr>
        </p:nvSpPr>
        <p:spPr>
          <a:xfrm>
            <a:off x="815975" y="1562735"/>
            <a:ext cx="3138600" cy="4413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sz="2000">
                <a:latin typeface="Nunito Sans"/>
                <a:ea typeface="Nunito Sans"/>
                <a:cs typeface="Nunito Sans"/>
                <a:sym typeface="Nunito Sans"/>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48" name="Google Shape;148;p28"/>
          <p:cNvSpPr txBox="1"/>
          <p:nvPr>
            <p:ph idx="3" type="body"/>
          </p:nvPr>
        </p:nvSpPr>
        <p:spPr>
          <a:xfrm>
            <a:off x="822960" y="2082007"/>
            <a:ext cx="3147000" cy="7146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sz="1800">
                <a:latin typeface="Nunito Sans"/>
                <a:ea typeface="Nunito Sans"/>
                <a:cs typeface="Nunito Sans"/>
                <a:sym typeface="Nunito Sans"/>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49" name="Google Shape;149;p28"/>
          <p:cNvSpPr txBox="1"/>
          <p:nvPr>
            <p:ph idx="4" type="body"/>
          </p:nvPr>
        </p:nvSpPr>
        <p:spPr>
          <a:xfrm>
            <a:off x="823276" y="2941003"/>
            <a:ext cx="3162000" cy="1288200"/>
          </a:xfrm>
          <a:prstGeom prst="rect">
            <a:avLst/>
          </a:prstGeom>
          <a:noFill/>
          <a:ln>
            <a:noFill/>
          </a:ln>
        </p:spPr>
        <p:txBody>
          <a:bodyPr anchorCtr="0" anchor="t" bIns="45700" lIns="91425" spcFirstLastPara="1" rIns="91425" wrap="square" tIns="45700">
            <a:noAutofit/>
          </a:bodyPr>
          <a:lstStyle>
            <a:lvl1pPr indent="-228600" lvl="0" marL="457200" rtl="0" algn="l">
              <a:lnSpc>
                <a:spcPct val="100000"/>
              </a:lnSpc>
              <a:spcBef>
                <a:spcPts val="0"/>
              </a:spcBef>
              <a:spcAft>
                <a:spcPts val="0"/>
              </a:spcAft>
              <a:buSzPts val="1400"/>
              <a:buNone/>
              <a:defRPr sz="1400">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 Title slide - Pink">
  <p:cSld name="1_2 - Title slide - Pink 2">
    <p:bg>
      <p:bgPr>
        <a:solidFill>
          <a:schemeClr val="lt1"/>
        </a:solidFill>
      </p:bgPr>
    </p:bg>
    <p:spTree>
      <p:nvGrpSpPr>
        <p:cNvPr id="150" name="Shape 150"/>
        <p:cNvGrpSpPr/>
        <p:nvPr/>
      </p:nvGrpSpPr>
      <p:grpSpPr>
        <a:xfrm>
          <a:off x="0" y="0"/>
          <a:ext cx="0" cy="0"/>
          <a:chOff x="0" y="0"/>
          <a:chExt cx="0" cy="0"/>
        </a:xfrm>
      </p:grpSpPr>
      <p:pic>
        <p:nvPicPr>
          <p:cNvPr id="151" name="Google Shape;151;p29"/>
          <p:cNvPicPr preferRelativeResize="0"/>
          <p:nvPr/>
        </p:nvPicPr>
        <p:blipFill rotWithShape="1">
          <a:blip r:embed="rId2">
            <a:alphaModFix amt="45000"/>
          </a:blip>
          <a:srcRect b="0" l="0" r="537" t="0"/>
          <a:stretch/>
        </p:blipFill>
        <p:spPr>
          <a:xfrm flipH="1" rot="10800000">
            <a:off x="1" y="0"/>
            <a:ext cx="9143998" cy="5160098"/>
          </a:xfrm>
          <a:prstGeom prst="rect">
            <a:avLst/>
          </a:prstGeom>
          <a:noFill/>
          <a:ln>
            <a:noFill/>
          </a:ln>
        </p:spPr>
      </p:pic>
      <p:sp>
        <p:nvSpPr>
          <p:cNvPr id="152" name="Google Shape;152;p29"/>
          <p:cNvSpPr txBox="1"/>
          <p:nvPr>
            <p:ph type="ctrTitle"/>
          </p:nvPr>
        </p:nvSpPr>
        <p:spPr>
          <a:xfrm>
            <a:off x="4572000" y="1573650"/>
            <a:ext cx="4114200" cy="5784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200"/>
              <a:buNone/>
              <a:defRPr sz="3200">
                <a:latin typeface="Nunito Sans ExtraBold"/>
                <a:ea typeface="Nunito Sans ExtraBold"/>
                <a:cs typeface="Nunito Sans ExtraBold"/>
                <a:sym typeface="Nunito Sans ExtraBold"/>
              </a:defRPr>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53" name="Google Shape;153;p29"/>
          <p:cNvSpPr txBox="1"/>
          <p:nvPr>
            <p:ph idx="1" type="subTitle"/>
          </p:nvPr>
        </p:nvSpPr>
        <p:spPr>
          <a:xfrm>
            <a:off x="4571950" y="2152050"/>
            <a:ext cx="4114200" cy="419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accent1"/>
              </a:buClr>
              <a:buSzPts val="1400"/>
              <a:buNone/>
              <a:defRPr>
                <a:solidFill>
                  <a:schemeClr val="accent1"/>
                </a:solidFill>
                <a:latin typeface="Nunito Sans ExtraLight"/>
                <a:ea typeface="Nunito Sans ExtraLight"/>
                <a:cs typeface="Nunito Sans ExtraLight"/>
                <a:sym typeface="Nunito Sans ExtraLight"/>
              </a:defRPr>
            </a:lvl1pPr>
            <a:lvl2pPr lvl="1" rtl="0" algn="l">
              <a:lnSpc>
                <a:spcPct val="100000"/>
              </a:lnSpc>
              <a:spcBef>
                <a:spcPts val="0"/>
              </a:spcBef>
              <a:spcAft>
                <a:spcPts val="0"/>
              </a:spcAft>
              <a:buClr>
                <a:schemeClr val="accent1"/>
              </a:buClr>
              <a:buSzPts val="1800"/>
              <a:buNone/>
              <a:defRPr sz="1800">
                <a:solidFill>
                  <a:schemeClr val="accent1"/>
                </a:solidFill>
              </a:defRPr>
            </a:lvl2pPr>
            <a:lvl3pPr lvl="2" rtl="0" algn="l">
              <a:lnSpc>
                <a:spcPct val="100000"/>
              </a:lnSpc>
              <a:spcBef>
                <a:spcPts val="0"/>
              </a:spcBef>
              <a:spcAft>
                <a:spcPts val="0"/>
              </a:spcAft>
              <a:buClr>
                <a:schemeClr val="accent1"/>
              </a:buClr>
              <a:buSzPts val="1800"/>
              <a:buNone/>
              <a:defRPr sz="1800">
                <a:solidFill>
                  <a:schemeClr val="accent1"/>
                </a:solidFill>
              </a:defRPr>
            </a:lvl3pPr>
            <a:lvl4pPr lvl="3" rtl="0" algn="l">
              <a:lnSpc>
                <a:spcPct val="100000"/>
              </a:lnSpc>
              <a:spcBef>
                <a:spcPts val="0"/>
              </a:spcBef>
              <a:spcAft>
                <a:spcPts val="0"/>
              </a:spcAft>
              <a:buClr>
                <a:schemeClr val="accent1"/>
              </a:buClr>
              <a:buSzPts val="1800"/>
              <a:buNone/>
              <a:defRPr sz="1800">
                <a:solidFill>
                  <a:schemeClr val="accent1"/>
                </a:solidFill>
              </a:defRPr>
            </a:lvl4pPr>
            <a:lvl5pPr lvl="4" rtl="0" algn="l">
              <a:lnSpc>
                <a:spcPct val="100000"/>
              </a:lnSpc>
              <a:spcBef>
                <a:spcPts val="0"/>
              </a:spcBef>
              <a:spcAft>
                <a:spcPts val="0"/>
              </a:spcAft>
              <a:buClr>
                <a:schemeClr val="accent1"/>
              </a:buClr>
              <a:buSzPts val="1800"/>
              <a:buNone/>
              <a:defRPr sz="1800">
                <a:solidFill>
                  <a:schemeClr val="accent1"/>
                </a:solidFill>
              </a:defRPr>
            </a:lvl5pPr>
            <a:lvl6pPr lvl="5" rtl="0" algn="l">
              <a:lnSpc>
                <a:spcPct val="100000"/>
              </a:lnSpc>
              <a:spcBef>
                <a:spcPts val="0"/>
              </a:spcBef>
              <a:spcAft>
                <a:spcPts val="0"/>
              </a:spcAft>
              <a:buClr>
                <a:schemeClr val="accent1"/>
              </a:buClr>
              <a:buSzPts val="1800"/>
              <a:buNone/>
              <a:defRPr sz="1800">
                <a:solidFill>
                  <a:schemeClr val="accent1"/>
                </a:solidFill>
              </a:defRPr>
            </a:lvl6pPr>
            <a:lvl7pPr lvl="6" rtl="0" algn="l">
              <a:lnSpc>
                <a:spcPct val="100000"/>
              </a:lnSpc>
              <a:spcBef>
                <a:spcPts val="0"/>
              </a:spcBef>
              <a:spcAft>
                <a:spcPts val="0"/>
              </a:spcAft>
              <a:buClr>
                <a:schemeClr val="accent1"/>
              </a:buClr>
              <a:buSzPts val="1800"/>
              <a:buNone/>
              <a:defRPr sz="1800">
                <a:solidFill>
                  <a:schemeClr val="accent1"/>
                </a:solidFill>
              </a:defRPr>
            </a:lvl7pPr>
            <a:lvl8pPr lvl="7" rtl="0" algn="l">
              <a:lnSpc>
                <a:spcPct val="100000"/>
              </a:lnSpc>
              <a:spcBef>
                <a:spcPts val="0"/>
              </a:spcBef>
              <a:spcAft>
                <a:spcPts val="0"/>
              </a:spcAft>
              <a:buClr>
                <a:schemeClr val="accent1"/>
              </a:buClr>
              <a:buSzPts val="1800"/>
              <a:buNone/>
              <a:defRPr sz="1800">
                <a:solidFill>
                  <a:schemeClr val="accent1"/>
                </a:solidFill>
              </a:defRPr>
            </a:lvl8pPr>
            <a:lvl9pPr lvl="8" rtl="0" algn="l">
              <a:lnSpc>
                <a:spcPct val="100000"/>
              </a:lnSpc>
              <a:spcBef>
                <a:spcPts val="0"/>
              </a:spcBef>
              <a:spcAft>
                <a:spcPts val="0"/>
              </a:spcAft>
              <a:buClr>
                <a:schemeClr val="accent1"/>
              </a:buClr>
              <a:buSzPts val="1800"/>
              <a:buNone/>
              <a:defRPr sz="1800">
                <a:solidFill>
                  <a:schemeClr val="accent1"/>
                </a:solidFill>
              </a:defRPr>
            </a:lvl9pPr>
          </a:lstStyle>
          <a:p/>
        </p:txBody>
      </p:sp>
      <p:sp>
        <p:nvSpPr>
          <p:cNvPr id="154" name="Google Shape;154;p29"/>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3">
    <p:spTree>
      <p:nvGrpSpPr>
        <p:cNvPr id="155" name="Shape 155"/>
        <p:cNvGrpSpPr/>
        <p:nvPr/>
      </p:nvGrpSpPr>
      <p:grpSpPr>
        <a:xfrm>
          <a:off x="0" y="0"/>
          <a:ext cx="0" cy="0"/>
          <a:chOff x="0" y="0"/>
          <a:chExt cx="0" cy="0"/>
        </a:xfrm>
      </p:grpSpPr>
      <p:pic>
        <p:nvPicPr>
          <p:cNvPr id="156" name="Google Shape;156;p30"/>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57" name="Google Shape;157;p30"/>
          <p:cNvSpPr/>
          <p:nvPr/>
        </p:nvSpPr>
        <p:spPr>
          <a:xfrm>
            <a:off x="457200" y="1323706"/>
            <a:ext cx="3687900" cy="2684700"/>
          </a:xfrm>
          <a:prstGeom prst="roundRect">
            <a:avLst>
              <a:gd fmla="val 10051" name="adj"/>
            </a:avLst>
          </a:prstGeom>
          <a:solidFill>
            <a:schemeClr val="dk2">
              <a:alpha val="18820"/>
            </a:schemeClr>
          </a:solidFill>
          <a:ln>
            <a:noFill/>
          </a:ln>
          <a:effectLst>
            <a:outerShdw blurRad="114300" rotWithShape="0" algn="ctr">
              <a:schemeClr val="accent1">
                <a:alpha val="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58" name="Google Shape;158;p30"/>
          <p:cNvSpPr/>
          <p:nvPr/>
        </p:nvSpPr>
        <p:spPr>
          <a:xfrm>
            <a:off x="4629399" y="1323706"/>
            <a:ext cx="3687900" cy="2684700"/>
          </a:xfrm>
          <a:prstGeom prst="roundRect">
            <a:avLst>
              <a:gd fmla="val 10051" name="adj"/>
            </a:avLst>
          </a:prstGeom>
          <a:solidFill>
            <a:schemeClr val="dk2"/>
          </a:solidFill>
          <a:ln>
            <a:noFill/>
          </a:ln>
          <a:effectLst>
            <a:outerShdw blurRad="114300" rotWithShape="0" algn="ctr">
              <a:schemeClr val="accent1">
                <a:alpha val="0"/>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59" name="Google Shape;159;p30"/>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160" name="Google Shape;160;p30"/>
          <p:cNvSpPr txBox="1"/>
          <p:nvPr>
            <p:ph type="title"/>
          </p:nvPr>
        </p:nvSpPr>
        <p:spPr>
          <a:xfrm>
            <a:off x="341630" y="112078"/>
            <a:ext cx="78867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1" name="Google Shape;161;p30"/>
          <p:cNvSpPr txBox="1"/>
          <p:nvPr>
            <p:ph idx="1" type="body"/>
          </p:nvPr>
        </p:nvSpPr>
        <p:spPr>
          <a:xfrm>
            <a:off x="708660" y="1951039"/>
            <a:ext cx="2476500" cy="1401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2" name="Google Shape;162;p30"/>
          <p:cNvSpPr txBox="1"/>
          <p:nvPr>
            <p:ph idx="2" type="body"/>
          </p:nvPr>
        </p:nvSpPr>
        <p:spPr>
          <a:xfrm>
            <a:off x="708660" y="1501459"/>
            <a:ext cx="2476500" cy="373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solidFill>
                  <a:srgbClr val="9BE5DE"/>
                </a:solidFill>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3" name="Google Shape;163;p30"/>
          <p:cNvSpPr txBox="1"/>
          <p:nvPr>
            <p:ph idx="3" type="body"/>
          </p:nvPr>
        </p:nvSpPr>
        <p:spPr>
          <a:xfrm>
            <a:off x="4937760" y="1951039"/>
            <a:ext cx="2476500" cy="14019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
        <p:nvSpPr>
          <p:cNvPr id="164" name="Google Shape;164;p30"/>
          <p:cNvSpPr txBox="1"/>
          <p:nvPr>
            <p:ph idx="4" type="body"/>
          </p:nvPr>
        </p:nvSpPr>
        <p:spPr>
          <a:xfrm>
            <a:off x="4937760" y="1501459"/>
            <a:ext cx="2476500" cy="373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solidFill>
                  <a:srgbClr val="9BE5DE"/>
                </a:solidFill>
                <a:latin typeface="Nunito Sans Light"/>
                <a:ea typeface="Nunito Sans Light"/>
                <a:cs typeface="Nunito Sans Light"/>
                <a:sym typeface="Nunito Sans Light"/>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4">
    <p:spTree>
      <p:nvGrpSpPr>
        <p:cNvPr id="165" name="Shape 165"/>
        <p:cNvGrpSpPr/>
        <p:nvPr/>
      </p:nvGrpSpPr>
      <p:grpSpPr>
        <a:xfrm>
          <a:off x="0" y="0"/>
          <a:ext cx="0" cy="0"/>
          <a:chOff x="0" y="0"/>
          <a:chExt cx="0" cy="0"/>
        </a:xfrm>
      </p:grpSpPr>
      <p:pic>
        <p:nvPicPr>
          <p:cNvPr id="166" name="Google Shape;166;p31"/>
          <p:cNvPicPr preferRelativeResize="0"/>
          <p:nvPr/>
        </p:nvPicPr>
        <p:blipFill rotWithShape="1">
          <a:blip r:embed="rId2">
            <a:alphaModFix amt="52000"/>
          </a:blip>
          <a:srcRect b="0" l="0" r="0" t="0"/>
          <a:stretch/>
        </p:blipFill>
        <p:spPr>
          <a:xfrm flipH="1" rot="10800000">
            <a:off x="0" y="-2"/>
            <a:ext cx="9143998" cy="5143501"/>
          </a:xfrm>
          <a:prstGeom prst="rect">
            <a:avLst/>
          </a:prstGeom>
          <a:noFill/>
          <a:ln>
            <a:noFill/>
          </a:ln>
        </p:spPr>
      </p:pic>
      <p:sp>
        <p:nvSpPr>
          <p:cNvPr id="167" name="Google Shape;167;p31"/>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168" name="Google Shape;168;p31"/>
          <p:cNvSpPr txBox="1"/>
          <p:nvPr>
            <p:ph type="title"/>
          </p:nvPr>
        </p:nvSpPr>
        <p:spPr>
          <a:xfrm>
            <a:off x="341630" y="112078"/>
            <a:ext cx="78867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Section  Cover">
  <p:cSld name="CUSTOM_7">
    <p:spTree>
      <p:nvGrpSpPr>
        <p:cNvPr id="169" name="Shape 169"/>
        <p:cNvGrpSpPr/>
        <p:nvPr/>
      </p:nvGrpSpPr>
      <p:grpSpPr>
        <a:xfrm>
          <a:off x="0" y="0"/>
          <a:ext cx="0" cy="0"/>
          <a:chOff x="0" y="0"/>
          <a:chExt cx="0" cy="0"/>
        </a:xfrm>
      </p:grpSpPr>
      <p:sp>
        <p:nvSpPr>
          <p:cNvPr id="170" name="Google Shape;170;p32"/>
          <p:cNvSpPr txBox="1"/>
          <p:nvPr>
            <p:ph idx="12" type="sldNum"/>
          </p:nvPr>
        </p:nvSpPr>
        <p:spPr>
          <a:xfrm>
            <a:off x="8230950" y="4686325"/>
            <a:ext cx="8052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Nunito Sans"/>
                <a:ea typeface="Nunito Sans"/>
                <a:cs typeface="Nunito Sans"/>
                <a:sym typeface="Nunito Sans"/>
              </a:defRPr>
            </a:lvl9pPr>
          </a:lstStyle>
          <a:p>
            <a:pPr indent="0" lvl="0" marL="0" rtl="0" algn="r">
              <a:spcBef>
                <a:spcPts val="0"/>
              </a:spcBef>
              <a:spcAft>
                <a:spcPts val="0"/>
              </a:spcAft>
              <a:buNone/>
            </a:pPr>
            <a:r>
              <a:t/>
            </a:r>
            <a:endParaRPr/>
          </a:p>
        </p:txBody>
      </p:sp>
      <p:sp>
        <p:nvSpPr>
          <p:cNvPr id="171" name="Google Shape;171;p32"/>
          <p:cNvSpPr txBox="1"/>
          <p:nvPr>
            <p:ph type="ctrTitle"/>
          </p:nvPr>
        </p:nvSpPr>
        <p:spPr>
          <a:xfrm>
            <a:off x="457200" y="1412150"/>
            <a:ext cx="8229600" cy="5784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600"/>
              <a:buNone/>
              <a:defRPr>
                <a:latin typeface="Nunito Sans ExtraBold"/>
                <a:ea typeface="Nunito Sans ExtraBold"/>
                <a:cs typeface="Nunito Sans ExtraBold"/>
                <a:sym typeface="Nunito Sans ExtraBold"/>
              </a:defRPr>
            </a:lvl1pPr>
            <a:lvl2pPr lvl="1" rtl="0" algn="ctr">
              <a:lnSpc>
                <a:spcPct val="100000"/>
              </a:lnSpc>
              <a:spcBef>
                <a:spcPts val="0"/>
              </a:spcBef>
              <a:spcAft>
                <a:spcPts val="0"/>
              </a:spcAft>
              <a:buSzPts val="3800"/>
              <a:buNone/>
              <a:defRPr sz="3800"/>
            </a:lvl2pPr>
            <a:lvl3pPr lvl="2" rtl="0" algn="ctr">
              <a:lnSpc>
                <a:spcPct val="100000"/>
              </a:lnSpc>
              <a:spcBef>
                <a:spcPts val="0"/>
              </a:spcBef>
              <a:spcAft>
                <a:spcPts val="0"/>
              </a:spcAft>
              <a:buSzPts val="3800"/>
              <a:buNone/>
              <a:defRPr sz="3800"/>
            </a:lvl3pPr>
            <a:lvl4pPr lvl="3" rtl="0" algn="ctr">
              <a:lnSpc>
                <a:spcPct val="100000"/>
              </a:lnSpc>
              <a:spcBef>
                <a:spcPts val="0"/>
              </a:spcBef>
              <a:spcAft>
                <a:spcPts val="0"/>
              </a:spcAft>
              <a:buSzPts val="3800"/>
              <a:buNone/>
              <a:defRPr sz="3800"/>
            </a:lvl4pPr>
            <a:lvl5pPr lvl="4" rtl="0" algn="ctr">
              <a:lnSpc>
                <a:spcPct val="100000"/>
              </a:lnSpc>
              <a:spcBef>
                <a:spcPts val="0"/>
              </a:spcBef>
              <a:spcAft>
                <a:spcPts val="0"/>
              </a:spcAft>
              <a:buSzPts val="3800"/>
              <a:buNone/>
              <a:defRPr sz="3800"/>
            </a:lvl5pPr>
            <a:lvl6pPr lvl="5" rtl="0" algn="ctr">
              <a:lnSpc>
                <a:spcPct val="100000"/>
              </a:lnSpc>
              <a:spcBef>
                <a:spcPts val="0"/>
              </a:spcBef>
              <a:spcAft>
                <a:spcPts val="0"/>
              </a:spcAft>
              <a:buSzPts val="3800"/>
              <a:buNone/>
              <a:defRPr sz="3800"/>
            </a:lvl6pPr>
            <a:lvl7pPr lvl="6" rtl="0" algn="ctr">
              <a:lnSpc>
                <a:spcPct val="100000"/>
              </a:lnSpc>
              <a:spcBef>
                <a:spcPts val="0"/>
              </a:spcBef>
              <a:spcAft>
                <a:spcPts val="0"/>
              </a:spcAft>
              <a:buSzPts val="3800"/>
              <a:buNone/>
              <a:defRPr sz="3800"/>
            </a:lvl7pPr>
            <a:lvl8pPr lvl="7" rtl="0" algn="ctr">
              <a:lnSpc>
                <a:spcPct val="100000"/>
              </a:lnSpc>
              <a:spcBef>
                <a:spcPts val="0"/>
              </a:spcBef>
              <a:spcAft>
                <a:spcPts val="0"/>
              </a:spcAft>
              <a:buSzPts val="3800"/>
              <a:buNone/>
              <a:defRPr sz="3800"/>
            </a:lvl8pPr>
            <a:lvl9pPr lvl="8" rtl="0" algn="ctr">
              <a:lnSpc>
                <a:spcPct val="100000"/>
              </a:lnSpc>
              <a:spcBef>
                <a:spcPts val="0"/>
              </a:spcBef>
              <a:spcAft>
                <a:spcPts val="0"/>
              </a:spcAft>
              <a:buSzPts val="3800"/>
              <a:buNone/>
              <a:defRPr sz="3800"/>
            </a:lvl9pPr>
          </a:lstStyle>
          <a:p/>
        </p:txBody>
      </p:sp>
      <p:sp>
        <p:nvSpPr>
          <p:cNvPr id="172" name="Google Shape;172;p32"/>
          <p:cNvSpPr txBox="1"/>
          <p:nvPr>
            <p:ph idx="1" type="subTitle"/>
          </p:nvPr>
        </p:nvSpPr>
        <p:spPr>
          <a:xfrm>
            <a:off x="457200" y="1990550"/>
            <a:ext cx="8229600" cy="419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1400"/>
              <a:buNone/>
              <a:defRPr>
                <a:solidFill>
                  <a:schemeClr val="accent1"/>
                </a:solidFill>
                <a:latin typeface="Nunito Sans ExtraLight"/>
                <a:ea typeface="Nunito Sans ExtraLight"/>
                <a:cs typeface="Nunito Sans ExtraLight"/>
                <a:sym typeface="Nunito Sans ExtraLight"/>
              </a:defRPr>
            </a:lvl1pPr>
            <a:lvl2pPr lvl="1" rtl="0" algn="ctr">
              <a:lnSpc>
                <a:spcPct val="100000"/>
              </a:lnSpc>
              <a:spcBef>
                <a:spcPts val="0"/>
              </a:spcBef>
              <a:spcAft>
                <a:spcPts val="0"/>
              </a:spcAft>
              <a:buClr>
                <a:schemeClr val="accent1"/>
              </a:buClr>
              <a:buSzPts val="1800"/>
              <a:buNone/>
              <a:defRPr sz="1800">
                <a:solidFill>
                  <a:schemeClr val="accent1"/>
                </a:solidFill>
              </a:defRPr>
            </a:lvl2pPr>
            <a:lvl3pPr lvl="2" rtl="0" algn="ctr">
              <a:lnSpc>
                <a:spcPct val="100000"/>
              </a:lnSpc>
              <a:spcBef>
                <a:spcPts val="0"/>
              </a:spcBef>
              <a:spcAft>
                <a:spcPts val="0"/>
              </a:spcAft>
              <a:buClr>
                <a:schemeClr val="accent1"/>
              </a:buClr>
              <a:buSzPts val="1800"/>
              <a:buNone/>
              <a:defRPr sz="1800">
                <a:solidFill>
                  <a:schemeClr val="accent1"/>
                </a:solidFill>
              </a:defRPr>
            </a:lvl3pPr>
            <a:lvl4pPr lvl="3" rtl="0" algn="ctr">
              <a:lnSpc>
                <a:spcPct val="100000"/>
              </a:lnSpc>
              <a:spcBef>
                <a:spcPts val="0"/>
              </a:spcBef>
              <a:spcAft>
                <a:spcPts val="0"/>
              </a:spcAft>
              <a:buClr>
                <a:schemeClr val="accent1"/>
              </a:buClr>
              <a:buSzPts val="1800"/>
              <a:buNone/>
              <a:defRPr sz="1800">
                <a:solidFill>
                  <a:schemeClr val="accent1"/>
                </a:solidFill>
              </a:defRPr>
            </a:lvl4pPr>
            <a:lvl5pPr lvl="4" rtl="0" algn="ctr">
              <a:lnSpc>
                <a:spcPct val="100000"/>
              </a:lnSpc>
              <a:spcBef>
                <a:spcPts val="0"/>
              </a:spcBef>
              <a:spcAft>
                <a:spcPts val="0"/>
              </a:spcAft>
              <a:buClr>
                <a:schemeClr val="accent1"/>
              </a:buClr>
              <a:buSzPts val="1800"/>
              <a:buNone/>
              <a:defRPr sz="1800">
                <a:solidFill>
                  <a:schemeClr val="accent1"/>
                </a:solidFill>
              </a:defRPr>
            </a:lvl5pPr>
            <a:lvl6pPr lvl="5" rtl="0" algn="ctr">
              <a:lnSpc>
                <a:spcPct val="100000"/>
              </a:lnSpc>
              <a:spcBef>
                <a:spcPts val="0"/>
              </a:spcBef>
              <a:spcAft>
                <a:spcPts val="0"/>
              </a:spcAft>
              <a:buClr>
                <a:schemeClr val="accent1"/>
              </a:buClr>
              <a:buSzPts val="1800"/>
              <a:buNone/>
              <a:defRPr sz="1800">
                <a:solidFill>
                  <a:schemeClr val="accent1"/>
                </a:solidFill>
              </a:defRPr>
            </a:lvl6pPr>
            <a:lvl7pPr lvl="6" rtl="0" algn="ctr">
              <a:lnSpc>
                <a:spcPct val="100000"/>
              </a:lnSpc>
              <a:spcBef>
                <a:spcPts val="0"/>
              </a:spcBef>
              <a:spcAft>
                <a:spcPts val="0"/>
              </a:spcAft>
              <a:buClr>
                <a:schemeClr val="accent1"/>
              </a:buClr>
              <a:buSzPts val="1800"/>
              <a:buNone/>
              <a:defRPr sz="1800">
                <a:solidFill>
                  <a:schemeClr val="accent1"/>
                </a:solidFill>
              </a:defRPr>
            </a:lvl7pPr>
            <a:lvl8pPr lvl="7" rtl="0" algn="ctr">
              <a:lnSpc>
                <a:spcPct val="100000"/>
              </a:lnSpc>
              <a:spcBef>
                <a:spcPts val="0"/>
              </a:spcBef>
              <a:spcAft>
                <a:spcPts val="0"/>
              </a:spcAft>
              <a:buClr>
                <a:schemeClr val="accent1"/>
              </a:buClr>
              <a:buSzPts val="1800"/>
              <a:buNone/>
              <a:defRPr sz="1800">
                <a:solidFill>
                  <a:schemeClr val="accent1"/>
                </a:solidFill>
              </a:defRPr>
            </a:lvl8pPr>
            <a:lvl9pPr lvl="8" rtl="0" algn="ctr">
              <a:lnSpc>
                <a:spcPct val="100000"/>
              </a:lnSpc>
              <a:spcBef>
                <a:spcPts val="0"/>
              </a:spcBef>
              <a:spcAft>
                <a:spcPts val="0"/>
              </a:spcAft>
              <a:buClr>
                <a:schemeClr val="accent1"/>
              </a:buClr>
              <a:buSzPts val="1800"/>
              <a:buNone/>
              <a:defRPr sz="1800">
                <a:solidFill>
                  <a:schemeClr val="accent1"/>
                </a:solidFill>
              </a:defRPr>
            </a:lvl9pPr>
          </a:lstStyle>
          <a:p/>
        </p:txBody>
      </p:sp>
      <p:sp>
        <p:nvSpPr>
          <p:cNvPr id="173" name="Google Shape;173;p32"/>
          <p:cNvSpPr/>
          <p:nvPr/>
        </p:nvSpPr>
        <p:spPr>
          <a:xfrm>
            <a:off x="49725" y="4632000"/>
            <a:ext cx="1953600" cy="447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Sans"/>
              <a:ea typeface="Nunito Sans"/>
              <a:cs typeface="Nunito Sans"/>
              <a:sym typeface="Nunito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 Title slide - Pink">
  <p:cSld name="1_2 - Title slide - Pink 3">
    <p:bg>
      <p:bgPr>
        <a:solidFill>
          <a:schemeClr val="lt1"/>
        </a:solidFill>
      </p:bgPr>
    </p:bg>
    <p:spTree>
      <p:nvGrpSpPr>
        <p:cNvPr id="174" name="Shape 174"/>
        <p:cNvGrpSpPr/>
        <p:nvPr/>
      </p:nvGrpSpPr>
      <p:grpSpPr>
        <a:xfrm>
          <a:off x="0" y="0"/>
          <a:ext cx="0" cy="0"/>
          <a:chOff x="0" y="0"/>
          <a:chExt cx="0" cy="0"/>
        </a:xfrm>
      </p:grpSpPr>
      <p:pic>
        <p:nvPicPr>
          <p:cNvPr id="175" name="Google Shape;175;p33"/>
          <p:cNvPicPr preferRelativeResize="0"/>
          <p:nvPr/>
        </p:nvPicPr>
        <p:blipFill rotWithShape="1">
          <a:blip r:embed="rId2">
            <a:alphaModFix/>
          </a:blip>
          <a:srcRect b="0" l="0" r="0" t="0"/>
          <a:stretch/>
        </p:blipFill>
        <p:spPr>
          <a:xfrm>
            <a:off x="0" y="0"/>
            <a:ext cx="9143998" cy="5143501"/>
          </a:xfrm>
          <a:prstGeom prst="rect">
            <a:avLst/>
          </a:prstGeom>
          <a:noFill/>
          <a:ln>
            <a:noFill/>
          </a:ln>
        </p:spPr>
      </p:pic>
      <p:sp>
        <p:nvSpPr>
          <p:cNvPr id="176" name="Google Shape;176;p33"/>
          <p:cNvSpPr txBox="1"/>
          <p:nvPr>
            <p:ph type="ctrTitle"/>
          </p:nvPr>
        </p:nvSpPr>
        <p:spPr>
          <a:xfrm>
            <a:off x="1545030" y="2282550"/>
            <a:ext cx="6054000" cy="578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sz="3200">
                <a:solidFill>
                  <a:schemeClr val="dk1"/>
                </a:solidFill>
                <a:latin typeface="Nunito Sans"/>
                <a:ea typeface="Nunito Sans"/>
                <a:cs typeface="Nunito Sans"/>
                <a:sym typeface="Nunito Sans"/>
              </a:defRPr>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77" name="Google Shape;177;p33"/>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lt1"/>
                </a:solidFill>
                <a:latin typeface="Nunito Sans"/>
                <a:ea typeface="Nunito Sans"/>
                <a:cs typeface="Nunito Sans"/>
                <a:sym typeface="Nunito Sans"/>
              </a:rPr>
              <a:t>‹#›</a:t>
            </a:fld>
            <a:endParaRPr b="0" i="0" sz="1000" u="none" cap="none" strike="noStrike">
              <a:solidFill>
                <a:schemeClr val="lt1"/>
              </a:solidFill>
              <a:latin typeface="Nunito Sans"/>
              <a:ea typeface="Nunito Sans"/>
              <a:cs typeface="Nunito Sans"/>
              <a:sym typeface="Nunito Sans"/>
            </a:endParaRPr>
          </a:p>
        </p:txBody>
      </p:sp>
      <p:sp>
        <p:nvSpPr>
          <p:cNvPr id="178" name="Google Shape;178;p33"/>
          <p:cNvSpPr/>
          <p:nvPr/>
        </p:nvSpPr>
        <p:spPr>
          <a:xfrm>
            <a:off x="3573244" y="3813425"/>
            <a:ext cx="813900" cy="813900"/>
          </a:xfrm>
          <a:prstGeom prst="roundRect">
            <a:avLst>
              <a:gd fmla="val 30831" name="adj"/>
            </a:avLst>
          </a:prstGeom>
          <a:solidFill>
            <a:schemeClr val="lt1">
              <a:alpha val="1373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79" name="Google Shape;179;p33"/>
          <p:cNvSpPr/>
          <p:nvPr/>
        </p:nvSpPr>
        <p:spPr>
          <a:xfrm>
            <a:off x="1803205" y="4016848"/>
            <a:ext cx="2326800" cy="2326800"/>
          </a:xfrm>
          <a:prstGeom prst="roundRect">
            <a:avLst>
              <a:gd fmla="val 16667" name="adj"/>
            </a:avLst>
          </a:prstGeom>
          <a:solidFill>
            <a:srgbClr val="C7FAFA">
              <a:alpha val="4710"/>
            </a:srgb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80" name="Google Shape;180;p33"/>
          <p:cNvSpPr/>
          <p:nvPr/>
        </p:nvSpPr>
        <p:spPr>
          <a:xfrm>
            <a:off x="7090988" y="402227"/>
            <a:ext cx="1591200" cy="1591200"/>
          </a:xfrm>
          <a:prstGeom prst="roundRect">
            <a:avLst>
              <a:gd fmla="val 16667" name="adj"/>
            </a:avLst>
          </a:prstGeom>
          <a:solidFill>
            <a:schemeClr val="lt1">
              <a:alpha val="392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81" name="Google Shape;181;p33"/>
          <p:cNvSpPr/>
          <p:nvPr/>
        </p:nvSpPr>
        <p:spPr>
          <a:xfrm>
            <a:off x="6887823" y="679863"/>
            <a:ext cx="406200" cy="406200"/>
          </a:xfrm>
          <a:prstGeom prst="roundRect">
            <a:avLst>
              <a:gd fmla="val 29905" name="adj"/>
            </a:avLst>
          </a:prstGeom>
          <a:solidFill>
            <a:schemeClr val="accent5">
              <a:alpha val="4471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82" name="Google Shape;182;p33"/>
          <p:cNvSpPr/>
          <p:nvPr/>
        </p:nvSpPr>
        <p:spPr>
          <a:xfrm>
            <a:off x="244514" y="860612"/>
            <a:ext cx="2700300" cy="2700300"/>
          </a:xfrm>
          <a:prstGeom prst="roundRect">
            <a:avLst>
              <a:gd fmla="val 16667" name="adj"/>
            </a:avLst>
          </a:prstGeom>
          <a:solidFill>
            <a:schemeClr val="lt1">
              <a:alpha val="2750"/>
            </a:scheme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83" name="Google Shape;183;p33"/>
          <p:cNvSpPr/>
          <p:nvPr/>
        </p:nvSpPr>
        <p:spPr>
          <a:xfrm>
            <a:off x="2551269" y="935769"/>
            <a:ext cx="537600" cy="524100"/>
          </a:xfrm>
          <a:prstGeom prst="roundRect">
            <a:avLst>
              <a:gd fmla="val 30831" name="adj"/>
            </a:avLst>
          </a:prstGeom>
          <a:solidFill>
            <a:srgbClr val="9BE5DE">
              <a:alpha val="13730"/>
            </a:srgbClr>
          </a:solidFill>
          <a:ln>
            <a:noFill/>
          </a:ln>
          <a:effectLst>
            <a:outerShdw blurRad="177800" rotWithShape="0" algn="ctr">
              <a:srgbClr val="000000">
                <a:alpha val="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5">
    <p:spTree>
      <p:nvGrpSpPr>
        <p:cNvPr id="184" name="Shape 184"/>
        <p:cNvGrpSpPr/>
        <p:nvPr/>
      </p:nvGrpSpPr>
      <p:grpSpPr>
        <a:xfrm>
          <a:off x="0" y="0"/>
          <a:ext cx="0" cy="0"/>
          <a:chOff x="0" y="0"/>
          <a:chExt cx="0" cy="0"/>
        </a:xfrm>
      </p:grpSpPr>
      <p:pic>
        <p:nvPicPr>
          <p:cNvPr id="185" name="Google Shape;185;p34"/>
          <p:cNvPicPr preferRelativeResize="0"/>
          <p:nvPr/>
        </p:nvPicPr>
        <p:blipFill rotWithShape="1">
          <a:blip r:embed="rId2">
            <a:alphaModFix amt="52000"/>
          </a:blip>
          <a:srcRect b="0" l="0" r="0" t="0"/>
          <a:stretch/>
        </p:blipFill>
        <p:spPr>
          <a:xfrm>
            <a:off x="0" y="0"/>
            <a:ext cx="9143998" cy="5151800"/>
          </a:xfrm>
          <a:prstGeom prst="rect">
            <a:avLst/>
          </a:prstGeom>
          <a:noFill/>
          <a:ln>
            <a:noFill/>
          </a:ln>
        </p:spPr>
      </p:pic>
      <p:sp>
        <p:nvSpPr>
          <p:cNvPr id="186" name="Google Shape;186;p34"/>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6">
    <p:spTree>
      <p:nvGrpSpPr>
        <p:cNvPr id="187" name="Shape 187"/>
        <p:cNvGrpSpPr/>
        <p:nvPr/>
      </p:nvGrpSpPr>
      <p:grpSpPr>
        <a:xfrm>
          <a:off x="0" y="0"/>
          <a:ext cx="0" cy="0"/>
          <a:chOff x="0" y="0"/>
          <a:chExt cx="0" cy="0"/>
        </a:xfrm>
      </p:grpSpPr>
      <p:pic>
        <p:nvPicPr>
          <p:cNvPr id="188" name="Google Shape;188;p35"/>
          <p:cNvPicPr preferRelativeResize="0"/>
          <p:nvPr/>
        </p:nvPicPr>
        <p:blipFill rotWithShape="1">
          <a:blip r:embed="rId2">
            <a:alphaModFix amt="52000"/>
          </a:blip>
          <a:srcRect b="0" l="0" r="0" t="0"/>
          <a:stretch/>
        </p:blipFill>
        <p:spPr>
          <a:xfrm>
            <a:off x="0" y="0"/>
            <a:ext cx="9143998" cy="5151800"/>
          </a:xfrm>
          <a:prstGeom prst="rect">
            <a:avLst/>
          </a:prstGeom>
          <a:noFill/>
          <a:ln>
            <a:noFill/>
          </a:ln>
        </p:spPr>
      </p:pic>
      <p:grpSp>
        <p:nvGrpSpPr>
          <p:cNvPr id="189" name="Google Shape;189;p35"/>
          <p:cNvGrpSpPr/>
          <p:nvPr/>
        </p:nvGrpSpPr>
        <p:grpSpPr>
          <a:xfrm>
            <a:off x="4061645" y="0"/>
            <a:ext cx="5082097" cy="5160143"/>
            <a:chOff x="5724328" y="-8299"/>
            <a:chExt cx="5764629" cy="5151900"/>
          </a:xfrm>
        </p:grpSpPr>
        <p:sp>
          <p:nvSpPr>
            <p:cNvPr id="190" name="Google Shape;190;p35"/>
            <p:cNvSpPr/>
            <p:nvPr/>
          </p:nvSpPr>
          <p:spPr>
            <a:xfrm>
              <a:off x="5724328" y="-8299"/>
              <a:ext cx="3052500" cy="5151900"/>
            </a:xfrm>
            <a:prstGeom prst="roundRect">
              <a:avLst>
                <a:gd fmla="val 15294" name="adj"/>
              </a:avLst>
            </a:prstGeom>
            <a:solidFill>
              <a:srgbClr val="C7FA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191" name="Google Shape;191;p35"/>
            <p:cNvSpPr/>
            <p:nvPr/>
          </p:nvSpPr>
          <p:spPr>
            <a:xfrm>
              <a:off x="6135757" y="-8299"/>
              <a:ext cx="5353200" cy="5151900"/>
            </a:xfrm>
            <a:prstGeom prst="roundRect">
              <a:avLst>
                <a:gd fmla="val 0" name="adj"/>
              </a:avLst>
            </a:prstGeom>
            <a:solidFill>
              <a:srgbClr val="C7FA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grpSp>
      <p:sp>
        <p:nvSpPr>
          <p:cNvPr id="192" name="Google Shape;192;p35"/>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pic>
        <p:nvPicPr>
          <p:cNvPr id="193" name="Google Shape;193;p35"/>
          <p:cNvPicPr preferRelativeResize="0"/>
          <p:nvPr/>
        </p:nvPicPr>
        <p:blipFill rotWithShape="1">
          <a:blip r:embed="rId2">
            <a:alphaModFix amt="52000"/>
          </a:blip>
          <a:srcRect b="0" l="0" r="0" t="0"/>
          <a:stretch/>
        </p:blipFill>
        <p:spPr>
          <a:xfrm>
            <a:off x="14707" y="8300"/>
            <a:ext cx="9129292" cy="5151800"/>
          </a:xfrm>
          <a:prstGeom prst="rect">
            <a:avLst/>
          </a:prstGeom>
          <a:noFill/>
          <a:ln>
            <a:noFill/>
          </a:ln>
        </p:spPr>
      </p:pic>
      <p:sp>
        <p:nvSpPr>
          <p:cNvPr id="194" name="Google Shape;194;p35"/>
          <p:cNvSpPr txBox="1"/>
          <p:nvPr>
            <p:ph idx="1" type="body"/>
          </p:nvPr>
        </p:nvSpPr>
        <p:spPr>
          <a:xfrm>
            <a:off x="75850" y="563075"/>
            <a:ext cx="3822600" cy="43314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1pPr>
            <a:lvl2pPr indent="-228600" lvl="1" marL="9144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2pPr>
            <a:lvl3pPr indent="-228600" lvl="2" marL="13716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3pPr>
            <a:lvl4pPr indent="-228600" lvl="3" marL="18288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4pPr>
            <a:lvl5pPr indent="-228600" lvl="4" marL="22860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5pPr>
            <a:lvl6pPr indent="-228600" lvl="5" marL="27432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6pPr>
            <a:lvl7pPr indent="-228600" lvl="6" marL="32004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7pPr>
            <a:lvl8pPr indent="-228600" lvl="7" marL="36576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8pPr>
            <a:lvl9pPr indent="-228600" lvl="8" marL="4114800" rtl="0" algn="l">
              <a:lnSpc>
                <a:spcPct val="100000"/>
              </a:lnSpc>
              <a:spcBef>
                <a:spcPts val="0"/>
              </a:spcBef>
              <a:spcAft>
                <a:spcPts val="0"/>
              </a:spcAft>
              <a:buClr>
                <a:srgbClr val="333333"/>
              </a:buClr>
              <a:buSzPts val="1200"/>
              <a:buFont typeface="Libre Baskerville"/>
              <a:buNone/>
              <a:defRPr sz="1200">
                <a:solidFill>
                  <a:srgbClr val="333333"/>
                </a:solidFill>
                <a:highlight>
                  <a:srgbClr val="FF0000"/>
                </a:highlight>
                <a:latin typeface="Libre Baskerville"/>
                <a:ea typeface="Libre Baskerville"/>
                <a:cs typeface="Libre Baskerville"/>
                <a:sym typeface="Libre Baskerville"/>
              </a:defRPr>
            </a:lvl9pPr>
          </a:lstStyle>
          <a:p/>
        </p:txBody>
      </p:sp>
      <p:sp>
        <p:nvSpPr>
          <p:cNvPr id="195" name="Google Shape;195;p35"/>
          <p:cNvSpPr txBox="1"/>
          <p:nvPr>
            <p:ph type="title"/>
          </p:nvPr>
        </p:nvSpPr>
        <p:spPr>
          <a:xfrm>
            <a:off x="75850" y="86650"/>
            <a:ext cx="3985800" cy="3705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rgbClr val="FF0000"/>
              </a:buClr>
              <a:buSzPts val="1600"/>
              <a:buFont typeface="Libre Baskerville"/>
              <a:buNone/>
              <a:defRPr sz="1600">
                <a:solidFill>
                  <a:srgbClr val="FF0000"/>
                </a:solidFill>
                <a:highlight>
                  <a:srgbClr val="000000"/>
                </a:highlight>
                <a:latin typeface="Libre Baskerville"/>
                <a:ea typeface="Libre Baskerville"/>
                <a:cs typeface="Libre Baskerville"/>
                <a:sym typeface="Libre Baskervill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96" name="Google Shape;196;p35"/>
          <p:cNvSpPr txBox="1"/>
          <p:nvPr/>
        </p:nvSpPr>
        <p:spPr>
          <a:xfrm>
            <a:off x="4061650" y="0"/>
            <a:ext cx="4991100" cy="50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333333"/>
              </a:solidFill>
              <a:highlight>
                <a:srgbClr val="00FFAF"/>
              </a:highlight>
              <a:latin typeface="Libre Baskerville"/>
              <a:ea typeface="Libre Baskerville"/>
              <a:cs typeface="Libre Baskerville"/>
              <a:sym typeface="Libre Baskerville"/>
            </a:endParaRPr>
          </a:p>
        </p:txBody>
      </p:sp>
      <p:sp>
        <p:nvSpPr>
          <p:cNvPr id="197" name="Google Shape;197;p35"/>
          <p:cNvSpPr txBox="1"/>
          <p:nvPr/>
        </p:nvSpPr>
        <p:spPr>
          <a:xfrm>
            <a:off x="4071475" y="0"/>
            <a:ext cx="5082000" cy="5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highlight>
                <a:srgbClr val="FF0000"/>
              </a:highlight>
              <a:latin typeface="Libre Baskerville"/>
              <a:ea typeface="Libre Baskerville"/>
              <a:cs typeface="Libre Baskerville"/>
              <a:sym typeface="Libre Baskerville"/>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7">
    <p:spTree>
      <p:nvGrpSpPr>
        <p:cNvPr id="198" name="Shape 198"/>
        <p:cNvGrpSpPr/>
        <p:nvPr/>
      </p:nvGrpSpPr>
      <p:grpSpPr>
        <a:xfrm>
          <a:off x="0" y="0"/>
          <a:ext cx="0" cy="0"/>
          <a:chOff x="0" y="0"/>
          <a:chExt cx="0" cy="0"/>
        </a:xfrm>
      </p:grpSpPr>
      <p:pic>
        <p:nvPicPr>
          <p:cNvPr id="199" name="Google Shape;199;p36"/>
          <p:cNvPicPr preferRelativeResize="0"/>
          <p:nvPr/>
        </p:nvPicPr>
        <p:blipFill rotWithShape="1">
          <a:blip r:embed="rId2">
            <a:alphaModFix amt="52000"/>
          </a:blip>
          <a:srcRect b="0" l="0" r="0" t="0"/>
          <a:stretch/>
        </p:blipFill>
        <p:spPr>
          <a:xfrm>
            <a:off x="0" y="8299"/>
            <a:ext cx="9143998" cy="5151800"/>
          </a:xfrm>
          <a:prstGeom prst="rect">
            <a:avLst/>
          </a:prstGeom>
          <a:noFill/>
          <a:ln>
            <a:noFill/>
          </a:ln>
        </p:spPr>
      </p:pic>
      <p:grpSp>
        <p:nvGrpSpPr>
          <p:cNvPr id="200" name="Google Shape;200;p36"/>
          <p:cNvGrpSpPr/>
          <p:nvPr/>
        </p:nvGrpSpPr>
        <p:grpSpPr>
          <a:xfrm>
            <a:off x="5837443" y="0"/>
            <a:ext cx="3306197" cy="5160143"/>
            <a:chOff x="5393634" y="-8299"/>
            <a:chExt cx="3750223" cy="5151900"/>
          </a:xfrm>
        </p:grpSpPr>
        <p:sp>
          <p:nvSpPr>
            <p:cNvPr id="201" name="Google Shape;201;p36"/>
            <p:cNvSpPr/>
            <p:nvPr/>
          </p:nvSpPr>
          <p:spPr>
            <a:xfrm>
              <a:off x="5393634" y="-8299"/>
              <a:ext cx="3383400" cy="5151900"/>
            </a:xfrm>
            <a:prstGeom prst="roundRect">
              <a:avLst>
                <a:gd fmla="val 15294" name="adj"/>
              </a:avLst>
            </a:prstGeom>
            <a:solidFill>
              <a:srgbClr val="C7FA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202" name="Google Shape;202;p36"/>
            <p:cNvSpPr/>
            <p:nvPr/>
          </p:nvSpPr>
          <p:spPr>
            <a:xfrm>
              <a:off x="6135757" y="-8299"/>
              <a:ext cx="3008100" cy="5151900"/>
            </a:xfrm>
            <a:prstGeom prst="roundRect">
              <a:avLst>
                <a:gd fmla="val 0" name="adj"/>
              </a:avLst>
            </a:prstGeom>
            <a:solidFill>
              <a:srgbClr val="C7FAF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grpSp>
      <p:sp>
        <p:nvSpPr>
          <p:cNvPr id="203" name="Google Shape;203;p36"/>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204" name="Google Shape;204;p36"/>
          <p:cNvSpPr txBox="1"/>
          <p:nvPr>
            <p:ph type="title"/>
          </p:nvPr>
        </p:nvSpPr>
        <p:spPr>
          <a:xfrm>
            <a:off x="457200" y="113264"/>
            <a:ext cx="42303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5" name="Google Shape;205;p36"/>
          <p:cNvSpPr txBox="1"/>
          <p:nvPr>
            <p:ph idx="1" type="body"/>
          </p:nvPr>
        </p:nvSpPr>
        <p:spPr>
          <a:xfrm>
            <a:off x="457199" y="1231816"/>
            <a:ext cx="4923000" cy="32196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8">
    <p:spTree>
      <p:nvGrpSpPr>
        <p:cNvPr id="206" name="Shape 206"/>
        <p:cNvGrpSpPr/>
        <p:nvPr/>
      </p:nvGrpSpPr>
      <p:grpSpPr>
        <a:xfrm>
          <a:off x="0" y="0"/>
          <a:ext cx="0" cy="0"/>
          <a:chOff x="0" y="0"/>
          <a:chExt cx="0" cy="0"/>
        </a:xfrm>
      </p:grpSpPr>
      <p:pic>
        <p:nvPicPr>
          <p:cNvPr id="207" name="Google Shape;207;p37"/>
          <p:cNvPicPr preferRelativeResize="0"/>
          <p:nvPr/>
        </p:nvPicPr>
        <p:blipFill rotWithShape="1">
          <a:blip r:embed="rId2">
            <a:alphaModFix/>
          </a:blip>
          <a:srcRect b="0" l="0" r="0" t="0"/>
          <a:stretch/>
        </p:blipFill>
        <p:spPr>
          <a:xfrm>
            <a:off x="1" y="0"/>
            <a:ext cx="9143998" cy="5143501"/>
          </a:xfrm>
          <a:prstGeom prst="rect">
            <a:avLst/>
          </a:prstGeom>
          <a:noFill/>
          <a:ln>
            <a:noFill/>
          </a:ln>
        </p:spPr>
      </p:pic>
      <p:sp>
        <p:nvSpPr>
          <p:cNvPr id="208" name="Google Shape;208;p37"/>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grpSp>
        <p:nvGrpSpPr>
          <p:cNvPr id="209" name="Google Shape;209;p37"/>
          <p:cNvGrpSpPr/>
          <p:nvPr/>
        </p:nvGrpSpPr>
        <p:grpSpPr>
          <a:xfrm>
            <a:off x="4061645" y="-8325"/>
            <a:ext cx="5082252" cy="5168471"/>
            <a:chOff x="5724328" y="-251494"/>
            <a:chExt cx="5764805" cy="5160214"/>
          </a:xfrm>
        </p:grpSpPr>
        <p:sp>
          <p:nvSpPr>
            <p:cNvPr id="210" name="Google Shape;210;p37"/>
            <p:cNvSpPr/>
            <p:nvPr/>
          </p:nvSpPr>
          <p:spPr>
            <a:xfrm>
              <a:off x="5724328" y="-243180"/>
              <a:ext cx="3052500" cy="5151900"/>
            </a:xfrm>
            <a:prstGeom prst="roundRect">
              <a:avLst>
                <a:gd fmla="val 15294"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211" name="Google Shape;211;p37"/>
            <p:cNvSpPr/>
            <p:nvPr/>
          </p:nvSpPr>
          <p:spPr>
            <a:xfrm>
              <a:off x="5724333" y="-251494"/>
              <a:ext cx="5764800" cy="5151900"/>
            </a:xfrm>
            <a:prstGeom prst="roundRect">
              <a:avLst>
                <a:gd fmla="val 0"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grpSp>
      <p:sp>
        <p:nvSpPr>
          <p:cNvPr id="212" name="Google Shape;212;p37"/>
          <p:cNvSpPr txBox="1"/>
          <p:nvPr>
            <p:ph idx="1" type="body"/>
          </p:nvPr>
        </p:nvSpPr>
        <p:spPr>
          <a:xfrm>
            <a:off x="97450" y="822950"/>
            <a:ext cx="3865800" cy="41817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1pPr>
            <a:lvl2pPr indent="-228600" lvl="1" marL="9144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2pPr>
            <a:lvl3pPr indent="-228600" lvl="2" marL="13716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3pPr>
            <a:lvl4pPr indent="-228600" lvl="3" marL="18288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4pPr>
            <a:lvl5pPr indent="-228600" lvl="4" marL="22860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5pPr>
            <a:lvl6pPr indent="-228600" lvl="5" marL="27432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6pPr>
            <a:lvl7pPr indent="-228600" lvl="6" marL="32004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7pPr>
            <a:lvl8pPr indent="-228600" lvl="7" marL="36576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8pPr>
            <a:lvl9pPr indent="-228600" lvl="8" marL="4114800" rtl="0" algn="l">
              <a:lnSpc>
                <a:spcPct val="100000"/>
              </a:lnSpc>
              <a:spcBef>
                <a:spcPts val="0"/>
              </a:spcBef>
              <a:spcAft>
                <a:spcPts val="0"/>
              </a:spcAft>
              <a:buClr>
                <a:srgbClr val="D83A3A"/>
              </a:buClr>
              <a:buSzPts val="1200"/>
              <a:buFont typeface="Cinzel SemiBold"/>
              <a:buNone/>
              <a:defRPr sz="1200">
                <a:solidFill>
                  <a:srgbClr val="D83A3A"/>
                </a:solidFill>
                <a:highlight>
                  <a:srgbClr val="F3FF00"/>
                </a:highlight>
                <a:latin typeface="Cinzel SemiBold"/>
                <a:ea typeface="Cinzel SemiBold"/>
                <a:cs typeface="Cinzel SemiBold"/>
                <a:sym typeface="Cinzel SemiBold"/>
              </a:defRPr>
            </a:lvl9pPr>
          </a:lstStyle>
          <a:p/>
        </p:txBody>
      </p:sp>
      <p:sp>
        <p:nvSpPr>
          <p:cNvPr id="213" name="Google Shape;213;p37"/>
          <p:cNvSpPr txBox="1"/>
          <p:nvPr>
            <p:ph type="title"/>
          </p:nvPr>
        </p:nvSpPr>
        <p:spPr>
          <a:xfrm>
            <a:off x="97450" y="43325"/>
            <a:ext cx="3964200" cy="5523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rgbClr val="F3FF00"/>
              </a:buClr>
              <a:buSzPts val="1400"/>
              <a:buFont typeface="Cinzel SemiBold"/>
              <a:buNone/>
              <a:defRPr sz="1400">
                <a:solidFill>
                  <a:srgbClr val="F3FF00"/>
                </a:solidFill>
                <a:highlight>
                  <a:srgbClr val="D83A3A"/>
                </a:highlight>
                <a:latin typeface="Cinzel SemiBold"/>
                <a:ea typeface="Cinzel SemiBold"/>
                <a:cs typeface="Cinzel SemiBold"/>
                <a:sym typeface="Cinzel SemiBold"/>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4" name="Google Shape;214;p37"/>
          <p:cNvSpPr txBox="1"/>
          <p:nvPr/>
        </p:nvSpPr>
        <p:spPr>
          <a:xfrm>
            <a:off x="4060650" y="-10825"/>
            <a:ext cx="5082300" cy="51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F3FF00"/>
              </a:solidFill>
              <a:highlight>
                <a:srgbClr val="D83A3A"/>
              </a:highlight>
              <a:latin typeface="Cinzel SemiBold"/>
              <a:ea typeface="Cinzel SemiBold"/>
              <a:cs typeface="Cinzel SemiBold"/>
              <a:sym typeface="Cinzel SemiBold"/>
            </a:endParaRPr>
          </a:p>
        </p:txBody>
      </p:sp>
      <p:sp>
        <p:nvSpPr>
          <p:cNvPr id="215" name="Google Shape;215;p37"/>
          <p:cNvSpPr txBox="1"/>
          <p:nvPr/>
        </p:nvSpPr>
        <p:spPr>
          <a:xfrm>
            <a:off x="4071475" y="10825"/>
            <a:ext cx="5072400" cy="5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F3FF00"/>
              </a:solidFill>
              <a:highlight>
                <a:srgbClr val="D83A3A"/>
              </a:highlight>
              <a:latin typeface="Cinzel SemiBold"/>
              <a:ea typeface="Cinzel SemiBold"/>
              <a:cs typeface="Cinzel SemiBold"/>
              <a:sym typeface="Cinzel SemiBo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19">
    <p:spTree>
      <p:nvGrpSpPr>
        <p:cNvPr id="216" name="Shape 216"/>
        <p:cNvGrpSpPr/>
        <p:nvPr/>
      </p:nvGrpSpPr>
      <p:grpSpPr>
        <a:xfrm>
          <a:off x="0" y="0"/>
          <a:ext cx="0" cy="0"/>
          <a:chOff x="0" y="0"/>
          <a:chExt cx="0" cy="0"/>
        </a:xfrm>
      </p:grpSpPr>
      <p:pic>
        <p:nvPicPr>
          <p:cNvPr id="217" name="Google Shape;217;p38"/>
          <p:cNvPicPr preferRelativeResize="0"/>
          <p:nvPr/>
        </p:nvPicPr>
        <p:blipFill rotWithShape="1">
          <a:blip r:embed="rId2">
            <a:alphaModFix/>
          </a:blip>
          <a:srcRect b="0" l="0" r="0" t="0"/>
          <a:stretch/>
        </p:blipFill>
        <p:spPr>
          <a:xfrm>
            <a:off x="1" y="0"/>
            <a:ext cx="9143998" cy="5143501"/>
          </a:xfrm>
          <a:prstGeom prst="rect">
            <a:avLst/>
          </a:prstGeom>
          <a:noFill/>
          <a:ln>
            <a:noFill/>
          </a:ln>
        </p:spPr>
      </p:pic>
      <p:grpSp>
        <p:nvGrpSpPr>
          <p:cNvPr id="218" name="Google Shape;218;p38"/>
          <p:cNvGrpSpPr/>
          <p:nvPr/>
        </p:nvGrpSpPr>
        <p:grpSpPr>
          <a:xfrm>
            <a:off x="5827238" y="-8299"/>
            <a:ext cx="3316686" cy="5160143"/>
            <a:chOff x="5498746" y="-8299"/>
            <a:chExt cx="3645111" cy="5151900"/>
          </a:xfrm>
        </p:grpSpPr>
        <p:sp>
          <p:nvSpPr>
            <p:cNvPr id="219" name="Google Shape;219;p38"/>
            <p:cNvSpPr/>
            <p:nvPr/>
          </p:nvSpPr>
          <p:spPr>
            <a:xfrm>
              <a:off x="5498746" y="-8299"/>
              <a:ext cx="3278100" cy="5151900"/>
            </a:xfrm>
            <a:prstGeom prst="roundRect">
              <a:avLst>
                <a:gd fmla="val 15294"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220" name="Google Shape;220;p38"/>
            <p:cNvSpPr/>
            <p:nvPr/>
          </p:nvSpPr>
          <p:spPr>
            <a:xfrm>
              <a:off x="6135757" y="-8299"/>
              <a:ext cx="3008100" cy="5151900"/>
            </a:xfrm>
            <a:prstGeom prst="roundRect">
              <a:avLst>
                <a:gd fmla="val 0"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grpSp>
      <p:sp>
        <p:nvSpPr>
          <p:cNvPr id="221" name="Google Shape;221;p38"/>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222" name="Google Shape;222;p38"/>
          <p:cNvSpPr txBox="1"/>
          <p:nvPr>
            <p:ph type="title"/>
          </p:nvPr>
        </p:nvSpPr>
        <p:spPr>
          <a:xfrm>
            <a:off x="457200" y="113264"/>
            <a:ext cx="42303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3" name="Google Shape;223;p38"/>
          <p:cNvSpPr txBox="1"/>
          <p:nvPr>
            <p:ph idx="1" type="body"/>
          </p:nvPr>
        </p:nvSpPr>
        <p:spPr>
          <a:xfrm>
            <a:off x="457199" y="1231816"/>
            <a:ext cx="4923000" cy="32196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0">
    <p:spTree>
      <p:nvGrpSpPr>
        <p:cNvPr id="224" name="Shape 224"/>
        <p:cNvGrpSpPr/>
        <p:nvPr/>
      </p:nvGrpSpPr>
      <p:grpSpPr>
        <a:xfrm>
          <a:off x="0" y="0"/>
          <a:ext cx="0" cy="0"/>
          <a:chOff x="0" y="0"/>
          <a:chExt cx="0" cy="0"/>
        </a:xfrm>
      </p:grpSpPr>
      <p:pic>
        <p:nvPicPr>
          <p:cNvPr id="225" name="Google Shape;225;p39"/>
          <p:cNvPicPr preferRelativeResize="0"/>
          <p:nvPr/>
        </p:nvPicPr>
        <p:blipFill rotWithShape="1">
          <a:blip r:embed="rId2">
            <a:alphaModFix amt="46000"/>
          </a:blip>
          <a:srcRect b="0" l="0" r="0" t="0"/>
          <a:stretch/>
        </p:blipFill>
        <p:spPr>
          <a:xfrm>
            <a:off x="14707" y="0"/>
            <a:ext cx="9129292" cy="5143501"/>
          </a:xfrm>
          <a:prstGeom prst="rect">
            <a:avLst/>
          </a:prstGeom>
          <a:noFill/>
          <a:ln>
            <a:noFill/>
          </a:ln>
        </p:spPr>
      </p:pic>
      <p:grpSp>
        <p:nvGrpSpPr>
          <p:cNvPr id="226" name="Google Shape;226;p39"/>
          <p:cNvGrpSpPr/>
          <p:nvPr/>
        </p:nvGrpSpPr>
        <p:grpSpPr>
          <a:xfrm>
            <a:off x="4061747" y="-16598"/>
            <a:ext cx="5110916" cy="5160143"/>
            <a:chOff x="4084647" y="-8299"/>
            <a:chExt cx="5102752" cy="5151900"/>
          </a:xfrm>
        </p:grpSpPr>
        <p:sp>
          <p:nvSpPr>
            <p:cNvPr id="227" name="Google Shape;227;p39"/>
            <p:cNvSpPr/>
            <p:nvPr/>
          </p:nvSpPr>
          <p:spPr>
            <a:xfrm>
              <a:off x="4084647" y="-8299"/>
              <a:ext cx="2944500" cy="5151900"/>
            </a:xfrm>
            <a:prstGeom prst="roundRect">
              <a:avLst>
                <a:gd fmla="val 15294"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FFAF"/>
                </a:solidFill>
                <a:highlight>
                  <a:schemeClr val="dk1"/>
                </a:highlight>
                <a:latin typeface="Nunito Sans"/>
                <a:ea typeface="Nunito Sans"/>
                <a:cs typeface="Nunito Sans"/>
                <a:sym typeface="Nunito Sans"/>
              </a:endParaRPr>
            </a:p>
          </p:txBody>
        </p:sp>
        <p:sp>
          <p:nvSpPr>
            <p:cNvPr id="228" name="Google Shape;228;p39"/>
            <p:cNvSpPr/>
            <p:nvPr/>
          </p:nvSpPr>
          <p:spPr>
            <a:xfrm>
              <a:off x="6294199" y="-8299"/>
              <a:ext cx="2893200" cy="5151900"/>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FFAF"/>
                </a:solidFill>
                <a:highlight>
                  <a:schemeClr val="dk1"/>
                </a:highlight>
                <a:latin typeface="Nunito Sans"/>
                <a:ea typeface="Nunito Sans"/>
                <a:cs typeface="Nunito Sans"/>
                <a:sym typeface="Nunito Sans"/>
              </a:endParaRPr>
            </a:p>
          </p:txBody>
        </p:sp>
      </p:grpSp>
      <p:sp>
        <p:nvSpPr>
          <p:cNvPr id="229" name="Google Shape;229;p39"/>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230" name="Google Shape;230;p39"/>
          <p:cNvSpPr txBox="1"/>
          <p:nvPr>
            <p:ph idx="1" type="body"/>
          </p:nvPr>
        </p:nvSpPr>
        <p:spPr>
          <a:xfrm>
            <a:off x="76200" y="1105975"/>
            <a:ext cx="3873600" cy="37962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1pPr>
            <a:lvl2pPr indent="-228600" lvl="1" marL="9144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2pPr>
            <a:lvl3pPr indent="-228600" lvl="2" marL="13716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3pPr>
            <a:lvl4pPr indent="-228600" lvl="3" marL="18288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4pPr>
            <a:lvl5pPr indent="-228600" lvl="4" marL="22860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5pPr>
            <a:lvl6pPr indent="-228600" lvl="5" marL="27432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6pPr>
            <a:lvl7pPr indent="-228600" lvl="6" marL="32004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7pPr>
            <a:lvl8pPr indent="-228600" lvl="7" marL="36576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8pPr>
            <a:lvl9pPr indent="-228600" lvl="8" marL="4114800" rtl="0" algn="l">
              <a:lnSpc>
                <a:spcPct val="100000"/>
              </a:lnSpc>
              <a:spcBef>
                <a:spcPts val="0"/>
              </a:spcBef>
              <a:spcAft>
                <a:spcPts val="0"/>
              </a:spcAft>
              <a:buClr>
                <a:srgbClr val="00FFAF"/>
              </a:buClr>
              <a:buSzPts val="1200"/>
              <a:buFont typeface="Playfair Display SemiBold"/>
              <a:buNone/>
              <a:defRPr sz="1200">
                <a:solidFill>
                  <a:srgbClr val="00FFAF"/>
                </a:solidFill>
                <a:highlight>
                  <a:srgbClr val="741B47"/>
                </a:highlight>
                <a:latin typeface="Playfair Display SemiBold"/>
                <a:ea typeface="Playfair Display SemiBold"/>
                <a:cs typeface="Playfair Display SemiBold"/>
                <a:sym typeface="Playfair Display SemiBold"/>
              </a:defRPr>
            </a:lvl9pPr>
          </a:lstStyle>
          <a:p/>
        </p:txBody>
      </p:sp>
      <p:sp>
        <p:nvSpPr>
          <p:cNvPr id="231" name="Google Shape;231;p39"/>
          <p:cNvSpPr txBox="1"/>
          <p:nvPr>
            <p:ph type="title"/>
          </p:nvPr>
        </p:nvSpPr>
        <p:spPr>
          <a:xfrm>
            <a:off x="117750" y="112077"/>
            <a:ext cx="3873600" cy="3969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rgbClr val="D83A3A"/>
              </a:buClr>
              <a:buSzPts val="1400"/>
              <a:buFont typeface="Playfair Display SemiBold"/>
              <a:buNone/>
              <a:defRPr sz="1400">
                <a:solidFill>
                  <a:srgbClr val="D83A3A"/>
                </a:solidFill>
                <a:highlight>
                  <a:schemeClr val="dk2"/>
                </a:highlight>
                <a:latin typeface="Playfair Display SemiBold"/>
                <a:ea typeface="Playfair Display SemiBold"/>
                <a:cs typeface="Playfair Display SemiBold"/>
                <a:sym typeface="Playfair Display SemiBold"/>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32" name="Google Shape;232;p39"/>
          <p:cNvSpPr txBox="1"/>
          <p:nvPr/>
        </p:nvSpPr>
        <p:spPr>
          <a:xfrm>
            <a:off x="4039000" y="10825"/>
            <a:ext cx="5105100" cy="50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Playfair Display SemiBold"/>
              <a:ea typeface="Playfair Display SemiBold"/>
              <a:cs typeface="Playfair Display SemiBold"/>
              <a:sym typeface="Playfair Display SemiBo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1">
    <p:spTree>
      <p:nvGrpSpPr>
        <p:cNvPr id="233" name="Shape 233"/>
        <p:cNvGrpSpPr/>
        <p:nvPr/>
      </p:nvGrpSpPr>
      <p:grpSpPr>
        <a:xfrm>
          <a:off x="0" y="0"/>
          <a:ext cx="0" cy="0"/>
          <a:chOff x="0" y="0"/>
          <a:chExt cx="0" cy="0"/>
        </a:xfrm>
      </p:grpSpPr>
      <p:pic>
        <p:nvPicPr>
          <p:cNvPr id="234" name="Google Shape;234;p40"/>
          <p:cNvPicPr preferRelativeResize="0"/>
          <p:nvPr/>
        </p:nvPicPr>
        <p:blipFill rotWithShape="1">
          <a:blip r:embed="rId2">
            <a:alphaModFix amt="46000"/>
          </a:blip>
          <a:srcRect b="0" l="0" r="0" t="0"/>
          <a:stretch/>
        </p:blipFill>
        <p:spPr>
          <a:xfrm>
            <a:off x="14707" y="0"/>
            <a:ext cx="9129292" cy="5143501"/>
          </a:xfrm>
          <a:prstGeom prst="rect">
            <a:avLst/>
          </a:prstGeom>
          <a:noFill/>
          <a:ln>
            <a:noFill/>
          </a:ln>
        </p:spPr>
      </p:pic>
      <p:grpSp>
        <p:nvGrpSpPr>
          <p:cNvPr id="235" name="Google Shape;235;p40"/>
          <p:cNvGrpSpPr/>
          <p:nvPr/>
        </p:nvGrpSpPr>
        <p:grpSpPr>
          <a:xfrm>
            <a:off x="5812432" y="-16598"/>
            <a:ext cx="3360232" cy="5160143"/>
            <a:chOff x="5832535" y="-8299"/>
            <a:chExt cx="3354864" cy="5151900"/>
          </a:xfrm>
        </p:grpSpPr>
        <p:sp>
          <p:nvSpPr>
            <p:cNvPr id="236" name="Google Shape;236;p40"/>
            <p:cNvSpPr/>
            <p:nvPr/>
          </p:nvSpPr>
          <p:spPr>
            <a:xfrm>
              <a:off x="5832535" y="-8299"/>
              <a:ext cx="2944500" cy="5151900"/>
            </a:xfrm>
            <a:prstGeom prst="roundRect">
              <a:avLst>
                <a:gd fmla="val 15294"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sp>
          <p:nvSpPr>
            <p:cNvPr id="237" name="Google Shape;237;p40"/>
            <p:cNvSpPr/>
            <p:nvPr/>
          </p:nvSpPr>
          <p:spPr>
            <a:xfrm>
              <a:off x="6294199" y="-8299"/>
              <a:ext cx="2893200" cy="5151900"/>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Nunito Sans"/>
                <a:ea typeface="Nunito Sans"/>
                <a:cs typeface="Nunito Sans"/>
                <a:sym typeface="Nunito Sans"/>
              </a:endParaRPr>
            </a:p>
          </p:txBody>
        </p:sp>
      </p:grpSp>
      <p:sp>
        <p:nvSpPr>
          <p:cNvPr id="238" name="Google Shape;238;p40"/>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239" name="Google Shape;239;p40"/>
          <p:cNvSpPr txBox="1"/>
          <p:nvPr>
            <p:ph type="title"/>
          </p:nvPr>
        </p:nvSpPr>
        <p:spPr>
          <a:xfrm>
            <a:off x="457200" y="113264"/>
            <a:ext cx="4230300" cy="9939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sz="2600">
                <a:latin typeface="Nunito Sans"/>
                <a:ea typeface="Nunito Sans"/>
                <a:cs typeface="Nunito Sans"/>
                <a:sym typeface="Nunito Sans"/>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40" name="Google Shape;240;p40"/>
          <p:cNvSpPr txBox="1"/>
          <p:nvPr>
            <p:ph idx="1" type="body"/>
          </p:nvPr>
        </p:nvSpPr>
        <p:spPr>
          <a:xfrm>
            <a:off x="457199" y="1231816"/>
            <a:ext cx="4923000" cy="3219600"/>
          </a:xfrm>
          <a:prstGeom prst="rect">
            <a:avLst/>
          </a:prstGeom>
          <a:noFill/>
          <a:ln>
            <a:noFill/>
          </a:ln>
        </p:spPr>
        <p:txBody>
          <a:bodyPr anchorCtr="0" anchor="t" bIns="45700" lIns="91425" spcFirstLastPara="1" rIns="91425" wrap="square" tIns="45700">
            <a:normAutofit/>
          </a:bodyPr>
          <a:lstStyle>
            <a:lvl1pPr indent="-228600" lvl="0" marL="457200" rtl="0" algn="l">
              <a:lnSpc>
                <a:spcPct val="100000"/>
              </a:lnSpc>
              <a:spcBef>
                <a:spcPts val="0"/>
              </a:spcBef>
              <a:spcAft>
                <a:spcPts val="0"/>
              </a:spcAft>
              <a:buSzPts val="1400"/>
              <a:buNone/>
              <a:defRPr/>
            </a:lvl1pPr>
            <a:lvl2pPr indent="-228600" lvl="1" marL="914400" rtl="0" algn="l">
              <a:lnSpc>
                <a:spcPct val="100000"/>
              </a:lnSpc>
              <a:spcBef>
                <a:spcPts val="0"/>
              </a:spcBef>
              <a:spcAft>
                <a:spcPts val="0"/>
              </a:spcAft>
              <a:buSzPts val="1400"/>
              <a:buNone/>
              <a:defRPr/>
            </a:lvl2pPr>
            <a:lvl3pPr indent="-228600" lvl="2" marL="1371600" rtl="0" algn="l">
              <a:lnSpc>
                <a:spcPct val="100000"/>
              </a:lnSpc>
              <a:spcBef>
                <a:spcPts val="0"/>
              </a:spcBef>
              <a:spcAft>
                <a:spcPts val="0"/>
              </a:spcAft>
              <a:buSzPts val="1400"/>
              <a:buNone/>
              <a:defRPr/>
            </a:lvl3pPr>
            <a:lvl4pPr indent="-228600" lvl="3" marL="1828800" rtl="0" algn="l">
              <a:lnSpc>
                <a:spcPct val="100000"/>
              </a:lnSpc>
              <a:spcBef>
                <a:spcPts val="0"/>
              </a:spcBef>
              <a:spcAft>
                <a:spcPts val="0"/>
              </a:spcAft>
              <a:buSzPts val="1400"/>
              <a:buNone/>
              <a:defRPr/>
            </a:lvl4pPr>
            <a:lvl5pPr indent="-228600" lvl="4" marL="2286000" rtl="0" algn="l">
              <a:lnSpc>
                <a:spcPct val="100000"/>
              </a:lnSpc>
              <a:spcBef>
                <a:spcPts val="0"/>
              </a:spcBef>
              <a:spcAft>
                <a:spcPts val="0"/>
              </a:spcAft>
              <a:buSzPts val="1400"/>
              <a:buNone/>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2">
    <p:spTree>
      <p:nvGrpSpPr>
        <p:cNvPr id="241" name="Shape 241"/>
        <p:cNvGrpSpPr/>
        <p:nvPr/>
      </p:nvGrpSpPr>
      <p:grpSpPr>
        <a:xfrm>
          <a:off x="0" y="0"/>
          <a:ext cx="0" cy="0"/>
          <a:chOff x="0" y="0"/>
          <a:chExt cx="0" cy="0"/>
        </a:xfrm>
      </p:grpSpPr>
      <p:pic>
        <p:nvPicPr>
          <p:cNvPr id="242" name="Google Shape;242;p41"/>
          <p:cNvPicPr preferRelativeResize="0"/>
          <p:nvPr/>
        </p:nvPicPr>
        <p:blipFill rotWithShape="1">
          <a:blip r:embed="rId2">
            <a:alphaModFix amt="46000"/>
          </a:blip>
          <a:srcRect b="0" l="0" r="0" t="0"/>
          <a:stretch/>
        </p:blipFill>
        <p:spPr>
          <a:xfrm>
            <a:off x="14707" y="0"/>
            <a:ext cx="9129292" cy="5143501"/>
          </a:xfrm>
          <a:prstGeom prst="rect">
            <a:avLst/>
          </a:prstGeom>
          <a:noFill/>
          <a:ln>
            <a:noFill/>
          </a:ln>
        </p:spPr>
      </p:pic>
      <p:sp>
        <p:nvSpPr>
          <p:cNvPr id="243" name="Google Shape;243;p41"/>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3">
    <p:spTree>
      <p:nvGrpSpPr>
        <p:cNvPr id="244" name="Shape 244"/>
        <p:cNvGrpSpPr/>
        <p:nvPr/>
      </p:nvGrpSpPr>
      <p:grpSpPr>
        <a:xfrm>
          <a:off x="0" y="0"/>
          <a:ext cx="0" cy="0"/>
          <a:chOff x="0" y="0"/>
          <a:chExt cx="0" cy="0"/>
        </a:xfrm>
      </p:grpSpPr>
      <p:pic>
        <p:nvPicPr>
          <p:cNvPr id="245" name="Google Shape;245;p42"/>
          <p:cNvPicPr preferRelativeResize="0"/>
          <p:nvPr/>
        </p:nvPicPr>
        <p:blipFill rotWithShape="1">
          <a:blip r:embed="rId2">
            <a:alphaModFix/>
          </a:blip>
          <a:srcRect b="0" l="0" r="0" t="0"/>
          <a:stretch/>
        </p:blipFill>
        <p:spPr>
          <a:xfrm>
            <a:off x="1" y="0"/>
            <a:ext cx="9143998" cy="5143501"/>
          </a:xfrm>
          <a:prstGeom prst="rect">
            <a:avLst/>
          </a:prstGeom>
          <a:noFill/>
          <a:ln>
            <a:noFill/>
          </a:ln>
        </p:spPr>
      </p:pic>
      <p:sp>
        <p:nvSpPr>
          <p:cNvPr id="246" name="Google Shape;246;p42"/>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4">
    <p:spTree>
      <p:nvGrpSpPr>
        <p:cNvPr id="247" name="Shape 247"/>
        <p:cNvGrpSpPr/>
        <p:nvPr/>
      </p:nvGrpSpPr>
      <p:grpSpPr>
        <a:xfrm>
          <a:off x="0" y="0"/>
          <a:ext cx="0" cy="0"/>
          <a:chOff x="0" y="0"/>
          <a:chExt cx="0" cy="0"/>
        </a:xfrm>
      </p:grpSpPr>
      <p:pic>
        <p:nvPicPr>
          <p:cNvPr id="248" name="Google Shape;248;p43"/>
          <p:cNvPicPr preferRelativeResize="0"/>
          <p:nvPr/>
        </p:nvPicPr>
        <p:blipFill rotWithShape="1">
          <a:blip r:embed="rId2">
            <a:alphaModFix amt="31000"/>
          </a:blip>
          <a:srcRect b="0" l="0" r="0" t="0"/>
          <a:stretch/>
        </p:blipFill>
        <p:spPr>
          <a:xfrm>
            <a:off x="1" y="0"/>
            <a:ext cx="9163880" cy="5143501"/>
          </a:xfrm>
          <a:prstGeom prst="rect">
            <a:avLst/>
          </a:prstGeom>
          <a:noFill/>
          <a:ln>
            <a:noFill/>
          </a:ln>
        </p:spPr>
      </p:pic>
      <p:sp>
        <p:nvSpPr>
          <p:cNvPr id="249" name="Google Shape;249;p43"/>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White">
  <p:cSld name="1_Table of Contents - White 25">
    <p:spTree>
      <p:nvGrpSpPr>
        <p:cNvPr id="250" name="Shape 250"/>
        <p:cNvGrpSpPr/>
        <p:nvPr/>
      </p:nvGrpSpPr>
      <p:grpSpPr>
        <a:xfrm>
          <a:off x="0" y="0"/>
          <a:ext cx="0" cy="0"/>
          <a:chOff x="0" y="0"/>
          <a:chExt cx="0" cy="0"/>
        </a:xfrm>
      </p:grpSpPr>
      <p:pic>
        <p:nvPicPr>
          <p:cNvPr id="251" name="Google Shape;251;p44"/>
          <p:cNvPicPr preferRelativeResize="0"/>
          <p:nvPr/>
        </p:nvPicPr>
        <p:blipFill rotWithShape="1">
          <a:blip r:embed="rId2">
            <a:alphaModFix/>
          </a:blip>
          <a:srcRect b="0" l="0" r="0" t="0"/>
          <a:stretch/>
        </p:blipFill>
        <p:spPr>
          <a:xfrm>
            <a:off x="0" y="0"/>
            <a:ext cx="9143998" cy="5143501"/>
          </a:xfrm>
          <a:prstGeom prst="rect">
            <a:avLst/>
          </a:prstGeom>
          <a:noFill/>
          <a:ln>
            <a:noFill/>
          </a:ln>
        </p:spPr>
      </p:pic>
      <p:sp>
        <p:nvSpPr>
          <p:cNvPr id="252" name="Google Shape;252;p44"/>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p:cSld name="CUSTOM_12">
    <p:bg>
      <p:bgPr>
        <a:noFill/>
      </p:bgPr>
    </p:bg>
    <p:spTree>
      <p:nvGrpSpPr>
        <p:cNvPr id="253" name="Shape 253"/>
        <p:cNvGrpSpPr/>
        <p:nvPr/>
      </p:nvGrpSpPr>
      <p:grpSpPr>
        <a:xfrm>
          <a:off x="0" y="0"/>
          <a:ext cx="0" cy="0"/>
          <a:chOff x="0" y="0"/>
          <a:chExt cx="0" cy="0"/>
        </a:xfrm>
      </p:grpSpPr>
      <p:sp>
        <p:nvSpPr>
          <p:cNvPr id="254" name="Google Shape;254;p45"/>
          <p:cNvSpPr txBox="1"/>
          <p:nvPr/>
        </p:nvSpPr>
        <p:spPr>
          <a:xfrm>
            <a:off x="415550" y="984800"/>
            <a:ext cx="2020500" cy="74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Nunito Sans"/>
                <a:ea typeface="Nunito Sans"/>
                <a:cs typeface="Nunito Sans"/>
                <a:sym typeface="Nunito Sans"/>
              </a:rPr>
              <a:t>Make a copy to start your own presentation!</a:t>
            </a:r>
            <a:endParaRPr b="1" sz="13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1300">
                <a:solidFill>
                  <a:schemeClr val="lt2"/>
                </a:solidFill>
                <a:latin typeface="Nunito Sans"/>
                <a:ea typeface="Nunito Sans"/>
                <a:cs typeface="Nunito Sans"/>
                <a:sym typeface="Nunito Sans"/>
              </a:rPr>
              <a:t>→ File → Make a copy</a:t>
            </a:r>
            <a:endParaRPr sz="1300">
              <a:solidFill>
                <a:schemeClr val="lt2"/>
              </a:solidFill>
              <a:latin typeface="Nunito Sans"/>
              <a:ea typeface="Nunito Sans"/>
              <a:cs typeface="Nunito Sans"/>
              <a:sym typeface="Nunito Sans"/>
            </a:endParaRPr>
          </a:p>
          <a:p>
            <a:pPr indent="0" lvl="0" marL="0" rtl="0" algn="l">
              <a:spcBef>
                <a:spcPts val="0"/>
              </a:spcBef>
              <a:spcAft>
                <a:spcPts val="0"/>
              </a:spcAft>
              <a:buNone/>
            </a:pPr>
            <a:r>
              <a:t/>
            </a:r>
            <a:endParaRPr sz="1300">
              <a:solidFill>
                <a:srgbClr val="333333"/>
              </a:solidFill>
              <a:latin typeface="Nunito Sans"/>
              <a:ea typeface="Nunito Sans"/>
              <a:cs typeface="Nunito Sans"/>
              <a:sym typeface="Nunito Sans"/>
            </a:endParaRPr>
          </a:p>
          <a:p>
            <a:pPr indent="0" lvl="0" marL="0" rtl="0" algn="l">
              <a:spcBef>
                <a:spcPts val="0"/>
              </a:spcBef>
              <a:spcAft>
                <a:spcPts val="0"/>
              </a:spcAft>
              <a:buNone/>
            </a:pPr>
            <a:r>
              <a:t/>
            </a:r>
            <a:endParaRPr sz="1300">
              <a:latin typeface="Nunito Sans"/>
              <a:ea typeface="Nunito Sans"/>
              <a:cs typeface="Nunito Sans"/>
              <a:sym typeface="Nunito Sans"/>
            </a:endParaRPr>
          </a:p>
        </p:txBody>
      </p:sp>
      <p:sp>
        <p:nvSpPr>
          <p:cNvPr id="255" name="Google Shape;255;p45"/>
          <p:cNvSpPr txBox="1"/>
          <p:nvPr/>
        </p:nvSpPr>
        <p:spPr>
          <a:xfrm>
            <a:off x="415538" y="206250"/>
            <a:ext cx="7937100" cy="48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600">
                <a:solidFill>
                  <a:schemeClr val="dk2"/>
                </a:solidFill>
                <a:latin typeface="Nunito Sans"/>
                <a:ea typeface="Nunito Sans"/>
                <a:cs typeface="Nunito Sans"/>
                <a:sym typeface="Nunito Sans"/>
              </a:rPr>
              <a:t>How to use the template</a:t>
            </a:r>
            <a:endParaRPr sz="2600">
              <a:solidFill>
                <a:schemeClr val="dk2"/>
              </a:solidFill>
              <a:latin typeface="Nunito Sans"/>
              <a:ea typeface="Nunito Sans"/>
              <a:cs typeface="Nunito Sans"/>
              <a:sym typeface="Nunito Sans"/>
            </a:endParaRPr>
          </a:p>
        </p:txBody>
      </p:sp>
      <p:sp>
        <p:nvSpPr>
          <p:cNvPr id="256" name="Google Shape;256;p45"/>
          <p:cNvSpPr txBox="1"/>
          <p:nvPr/>
        </p:nvSpPr>
        <p:spPr>
          <a:xfrm>
            <a:off x="6082888" y="2843613"/>
            <a:ext cx="2640900" cy="57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Nunito Sans"/>
                <a:ea typeface="Nunito Sans"/>
                <a:cs typeface="Nunito Sans"/>
                <a:sym typeface="Nunito Sans"/>
              </a:rPr>
              <a:t>Titles: </a:t>
            </a:r>
            <a:r>
              <a:rPr lang="en" sz="1600">
                <a:solidFill>
                  <a:schemeClr val="dk1"/>
                </a:solidFill>
                <a:latin typeface="Nunito Sans"/>
                <a:ea typeface="Nunito Sans"/>
                <a:cs typeface="Nunito Sans"/>
                <a:sym typeface="Nunito Sans"/>
              </a:rPr>
              <a:t>Nunito Sans</a:t>
            </a:r>
            <a:r>
              <a:rPr lang="en">
                <a:solidFill>
                  <a:srgbClr val="333333"/>
                </a:solidFill>
                <a:latin typeface="Nunito Sans"/>
                <a:ea typeface="Nunito Sans"/>
                <a:cs typeface="Nunito Sans"/>
                <a:sym typeface="Nunito Sans"/>
              </a:rPr>
              <a:t> </a:t>
            </a:r>
            <a:br>
              <a:rPr lang="en">
                <a:solidFill>
                  <a:srgbClr val="333333"/>
                </a:solidFill>
                <a:latin typeface="Nunito Sans"/>
                <a:ea typeface="Nunito Sans"/>
                <a:cs typeface="Nunito Sans"/>
                <a:sym typeface="Nunito Sans"/>
              </a:rPr>
            </a:br>
            <a:r>
              <a:rPr b="1" lang="en" sz="1300">
                <a:solidFill>
                  <a:schemeClr val="lt2"/>
                </a:solidFill>
                <a:latin typeface="Nunito Sans"/>
                <a:ea typeface="Nunito Sans"/>
                <a:cs typeface="Nunito Sans"/>
                <a:sym typeface="Nunito Sans"/>
              </a:rPr>
              <a:t>Text body: </a:t>
            </a:r>
            <a:r>
              <a:rPr lang="en" sz="1100">
                <a:solidFill>
                  <a:schemeClr val="lt2"/>
                </a:solidFill>
                <a:latin typeface="Nunito Sans"/>
                <a:ea typeface="Nunito Sans"/>
                <a:cs typeface="Nunito Sans"/>
                <a:sym typeface="Nunito Sans"/>
              </a:rPr>
              <a:t>Nunito sans</a:t>
            </a:r>
            <a:endParaRPr sz="1100">
              <a:solidFill>
                <a:schemeClr val="lt2"/>
              </a:solidFill>
              <a:latin typeface="Nunito Sans"/>
              <a:ea typeface="Nunito Sans"/>
              <a:cs typeface="Nunito Sans"/>
              <a:sym typeface="Nunito Sans"/>
            </a:endParaRPr>
          </a:p>
        </p:txBody>
      </p:sp>
      <p:sp>
        <p:nvSpPr>
          <p:cNvPr id="257" name="Google Shape;257;p45"/>
          <p:cNvSpPr txBox="1"/>
          <p:nvPr/>
        </p:nvSpPr>
        <p:spPr>
          <a:xfrm>
            <a:off x="495815" y="3028600"/>
            <a:ext cx="1890000" cy="61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Nunito Sans"/>
                <a:ea typeface="Nunito Sans"/>
                <a:cs typeface="Nunito Sans"/>
                <a:sym typeface="Nunito Sans"/>
              </a:rPr>
              <a:t>To change images </a:t>
            </a:r>
            <a:r>
              <a:rPr lang="en" sz="1300">
                <a:solidFill>
                  <a:schemeClr val="dk1"/>
                </a:solidFill>
                <a:latin typeface="Nunito Sans"/>
                <a:ea typeface="Nunito Sans"/>
                <a:cs typeface="Nunito Sans"/>
                <a:sym typeface="Nunito Sans"/>
              </a:rPr>
              <a:t>select the image and click replace image</a:t>
            </a:r>
            <a:endParaRPr sz="1300">
              <a:solidFill>
                <a:schemeClr val="dk1"/>
              </a:solidFill>
              <a:latin typeface="Nunito Sans"/>
              <a:ea typeface="Nunito Sans"/>
              <a:cs typeface="Nunito Sans"/>
              <a:sym typeface="Nunito Sans"/>
            </a:endParaRPr>
          </a:p>
        </p:txBody>
      </p:sp>
      <p:sp>
        <p:nvSpPr>
          <p:cNvPr id="258" name="Google Shape;258;p45"/>
          <p:cNvSpPr txBox="1"/>
          <p:nvPr/>
        </p:nvSpPr>
        <p:spPr>
          <a:xfrm>
            <a:off x="6082888" y="3926375"/>
            <a:ext cx="2124000" cy="21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333333"/>
                </a:solidFill>
                <a:latin typeface="Nunito Sans"/>
                <a:ea typeface="Nunito Sans"/>
                <a:cs typeface="Nunito Sans"/>
                <a:sym typeface="Nunito Sans"/>
              </a:rPr>
              <a:t>Color Palette: </a:t>
            </a:r>
            <a:endParaRPr sz="1200">
              <a:latin typeface="Nunito Sans"/>
              <a:ea typeface="Nunito Sans"/>
              <a:cs typeface="Nunito Sans"/>
              <a:sym typeface="Nunito Sans"/>
            </a:endParaRPr>
          </a:p>
        </p:txBody>
      </p:sp>
      <p:sp>
        <p:nvSpPr>
          <p:cNvPr id="259" name="Google Shape;259;p45"/>
          <p:cNvSpPr/>
          <p:nvPr/>
        </p:nvSpPr>
        <p:spPr>
          <a:xfrm>
            <a:off x="6204148" y="4265275"/>
            <a:ext cx="180900" cy="180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0" name="Google Shape;260;p45"/>
          <p:cNvSpPr/>
          <p:nvPr/>
        </p:nvSpPr>
        <p:spPr>
          <a:xfrm>
            <a:off x="6449546" y="4265275"/>
            <a:ext cx="180900" cy="180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5"/>
          <p:cNvSpPr/>
          <p:nvPr/>
        </p:nvSpPr>
        <p:spPr>
          <a:xfrm>
            <a:off x="6978543" y="4265275"/>
            <a:ext cx="180900" cy="180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5"/>
          <p:cNvSpPr/>
          <p:nvPr/>
        </p:nvSpPr>
        <p:spPr>
          <a:xfrm>
            <a:off x="7223957" y="4265275"/>
            <a:ext cx="180900" cy="18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3" name="Google Shape;263;p45"/>
          <p:cNvSpPr/>
          <p:nvPr/>
        </p:nvSpPr>
        <p:spPr>
          <a:xfrm>
            <a:off x="7469356" y="4265275"/>
            <a:ext cx="180900" cy="1806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5"/>
          <p:cNvSpPr/>
          <p:nvPr/>
        </p:nvSpPr>
        <p:spPr>
          <a:xfrm>
            <a:off x="6714044" y="4265275"/>
            <a:ext cx="180900" cy="1806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5" name="Google Shape;265;p45"/>
          <p:cNvPicPr preferRelativeResize="0"/>
          <p:nvPr/>
        </p:nvPicPr>
        <p:blipFill rotWithShape="1">
          <a:blip r:embed="rId2">
            <a:alphaModFix/>
          </a:blip>
          <a:srcRect b="15476" l="0" r="0" t="0"/>
          <a:stretch/>
        </p:blipFill>
        <p:spPr>
          <a:xfrm>
            <a:off x="2676963" y="887113"/>
            <a:ext cx="2892022" cy="1560052"/>
          </a:xfrm>
          <a:prstGeom prst="rect">
            <a:avLst/>
          </a:prstGeom>
          <a:noFill/>
          <a:ln>
            <a:noFill/>
          </a:ln>
        </p:spPr>
      </p:pic>
      <p:pic>
        <p:nvPicPr>
          <p:cNvPr id="266" name="Google Shape;266;p45"/>
          <p:cNvPicPr preferRelativeResize="0"/>
          <p:nvPr/>
        </p:nvPicPr>
        <p:blipFill rotWithShape="1">
          <a:blip r:embed="rId3">
            <a:alphaModFix/>
          </a:blip>
          <a:srcRect b="39500" l="0" r="0" t="0"/>
          <a:stretch/>
        </p:blipFill>
        <p:spPr>
          <a:xfrm>
            <a:off x="2676963" y="3082475"/>
            <a:ext cx="2960601" cy="1494151"/>
          </a:xfrm>
          <a:prstGeom prst="rect">
            <a:avLst/>
          </a:prstGeom>
          <a:noFill/>
          <a:ln>
            <a:noFill/>
          </a:ln>
        </p:spPr>
      </p:pic>
      <p:cxnSp>
        <p:nvCxnSpPr>
          <p:cNvPr id="267" name="Google Shape;267;p45"/>
          <p:cNvCxnSpPr/>
          <p:nvPr/>
        </p:nvCxnSpPr>
        <p:spPr>
          <a:xfrm>
            <a:off x="5879313" y="887125"/>
            <a:ext cx="0" cy="3708600"/>
          </a:xfrm>
          <a:prstGeom prst="straightConnector1">
            <a:avLst/>
          </a:prstGeom>
          <a:noFill/>
          <a:ln cap="flat" cmpd="sng" w="19050">
            <a:solidFill>
              <a:schemeClr val="accent6"/>
            </a:solidFill>
            <a:prstDash val="solid"/>
            <a:round/>
            <a:headEnd len="med" w="med" type="none"/>
            <a:tailEnd len="med" w="med" type="none"/>
          </a:ln>
        </p:spPr>
      </p:cxnSp>
      <p:sp>
        <p:nvSpPr>
          <p:cNvPr id="268" name="Google Shape;268;p45"/>
          <p:cNvSpPr txBox="1"/>
          <p:nvPr/>
        </p:nvSpPr>
        <p:spPr>
          <a:xfrm>
            <a:off x="6240238" y="1439300"/>
            <a:ext cx="2488200" cy="61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300">
                <a:solidFill>
                  <a:schemeClr val="dk1"/>
                </a:solidFill>
                <a:latin typeface="Nunito Sans"/>
                <a:ea typeface="Nunito Sans"/>
                <a:cs typeface="Nunito Sans"/>
                <a:sym typeface="Nunito Sans"/>
              </a:rPr>
              <a:t>Don't change fonts sizes</a:t>
            </a:r>
            <a:br>
              <a:rPr lang="en" sz="1300">
                <a:solidFill>
                  <a:schemeClr val="dk1"/>
                </a:solidFill>
                <a:latin typeface="Nunito Sans"/>
                <a:ea typeface="Nunito Sans"/>
                <a:cs typeface="Nunito Sans"/>
                <a:sym typeface="Nunito Sans"/>
              </a:rPr>
            </a:br>
            <a:endParaRPr sz="13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1300">
                <a:solidFill>
                  <a:schemeClr val="dk1"/>
                </a:solidFill>
                <a:latin typeface="Nunito Sans"/>
                <a:ea typeface="Nunito Sans"/>
                <a:cs typeface="Nunito Sans"/>
                <a:sym typeface="Nunito Sans"/>
              </a:rPr>
              <a:t>Feel free to change the images</a:t>
            </a:r>
            <a:br>
              <a:rPr lang="en" sz="1300">
                <a:solidFill>
                  <a:schemeClr val="dk1"/>
                </a:solidFill>
                <a:latin typeface="Nunito Sans"/>
                <a:ea typeface="Nunito Sans"/>
                <a:cs typeface="Nunito Sans"/>
                <a:sym typeface="Nunito Sans"/>
              </a:rPr>
            </a:br>
            <a:endParaRPr sz="13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1300">
                <a:solidFill>
                  <a:schemeClr val="dk1"/>
                </a:solidFill>
                <a:latin typeface="Nunito Sans"/>
                <a:ea typeface="Nunito Sans"/>
                <a:cs typeface="Nunito Sans"/>
                <a:sym typeface="Nunito Sans"/>
              </a:rPr>
              <a:t>Don't change the position of the logo and or the page numeration</a:t>
            </a:r>
            <a:endParaRPr sz="1300">
              <a:solidFill>
                <a:schemeClr val="dk1"/>
              </a:solidFill>
              <a:latin typeface="Nunito Sans"/>
              <a:ea typeface="Nunito Sans"/>
              <a:cs typeface="Nunito Sans"/>
              <a:sym typeface="Nunito Sans"/>
            </a:endParaRPr>
          </a:p>
        </p:txBody>
      </p:sp>
      <p:sp>
        <p:nvSpPr>
          <p:cNvPr id="269" name="Google Shape;269;p45"/>
          <p:cNvSpPr/>
          <p:nvPr/>
        </p:nvSpPr>
        <p:spPr>
          <a:xfrm>
            <a:off x="6067063" y="2029250"/>
            <a:ext cx="69300" cy="69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5"/>
          <p:cNvSpPr/>
          <p:nvPr/>
        </p:nvSpPr>
        <p:spPr>
          <a:xfrm>
            <a:off x="6067063" y="1632650"/>
            <a:ext cx="69300" cy="69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5"/>
          <p:cNvSpPr/>
          <p:nvPr/>
        </p:nvSpPr>
        <p:spPr>
          <a:xfrm>
            <a:off x="6067063" y="1214875"/>
            <a:ext cx="69300" cy="69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3.xml"/><Relationship Id="rId22" Type="http://schemas.openxmlformats.org/officeDocument/2006/relationships/slideLayout" Target="../slideLayouts/slideLayout35.xml"/><Relationship Id="rId21" Type="http://schemas.openxmlformats.org/officeDocument/2006/relationships/slideLayout" Target="../slideLayouts/slideLayout34.xml"/><Relationship Id="rId24" Type="http://schemas.openxmlformats.org/officeDocument/2006/relationships/slideLayout" Target="../slideLayouts/slideLayout37.xml"/><Relationship Id="rId23" Type="http://schemas.openxmlformats.org/officeDocument/2006/relationships/slideLayout" Target="../slideLayouts/slideLayout36.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26" Type="http://schemas.openxmlformats.org/officeDocument/2006/relationships/slideLayout" Target="../slideLayouts/slideLayout39.xml"/><Relationship Id="rId25" Type="http://schemas.openxmlformats.org/officeDocument/2006/relationships/slideLayout" Target="../slideLayouts/slideLayout38.xml"/><Relationship Id="rId28" Type="http://schemas.openxmlformats.org/officeDocument/2006/relationships/slideLayout" Target="../slideLayouts/slideLayout41.xml"/><Relationship Id="rId27" Type="http://schemas.openxmlformats.org/officeDocument/2006/relationships/slideLayout" Target="../slideLayouts/slideLayout40.xml"/><Relationship Id="rId5" Type="http://schemas.openxmlformats.org/officeDocument/2006/relationships/slideLayout" Target="../slideLayouts/slideLayout18.xml"/><Relationship Id="rId6" Type="http://schemas.openxmlformats.org/officeDocument/2006/relationships/slideLayout" Target="../slideLayouts/slideLayout19.xml"/><Relationship Id="rId29" Type="http://schemas.openxmlformats.org/officeDocument/2006/relationships/slideLayout" Target="../slideLayouts/slideLayout42.xml"/><Relationship Id="rId7" Type="http://schemas.openxmlformats.org/officeDocument/2006/relationships/slideLayout" Target="../slideLayouts/slideLayout20.xml"/><Relationship Id="rId8" Type="http://schemas.openxmlformats.org/officeDocument/2006/relationships/slideLayout" Target="../slideLayouts/slideLayout21.xml"/><Relationship Id="rId31" Type="http://schemas.openxmlformats.org/officeDocument/2006/relationships/theme" Target="../theme/theme3.xml"/><Relationship Id="rId30" Type="http://schemas.openxmlformats.org/officeDocument/2006/relationships/slideLayout" Target="../slideLayouts/slideLayout43.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19" Type="http://schemas.openxmlformats.org/officeDocument/2006/relationships/slideLayout" Target="../slideLayouts/slideLayout32.xml"/><Relationship Id="rId1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7" name="Shape 57"/>
        <p:cNvGrpSpPr/>
        <p:nvPr/>
      </p:nvGrpSpPr>
      <p:grpSpPr>
        <a:xfrm>
          <a:off x="0" y="0"/>
          <a:ext cx="0" cy="0"/>
          <a:chOff x="0" y="0"/>
          <a:chExt cx="0" cy="0"/>
        </a:xfrm>
      </p:grpSpPr>
      <p:sp>
        <p:nvSpPr>
          <p:cNvPr id="58" name="Google Shape;58;p15"/>
          <p:cNvSpPr txBox="1"/>
          <p:nvPr/>
        </p:nvSpPr>
        <p:spPr>
          <a:xfrm>
            <a:off x="8498727" y="4758297"/>
            <a:ext cx="48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fld id="{00000000-1234-1234-1234-123412341234}" type="slidenum">
              <a:rPr b="0" i="0" lang="en" sz="1000" u="none" cap="none" strike="noStrike">
                <a:solidFill>
                  <a:schemeClr val="dk1"/>
                </a:solidFill>
                <a:latin typeface="Nunito Sans"/>
                <a:ea typeface="Nunito Sans"/>
                <a:cs typeface="Nunito Sans"/>
                <a:sym typeface="Nunito Sans"/>
              </a:rPr>
              <a:t>‹#›</a:t>
            </a:fld>
            <a:endParaRPr b="0" i="0" sz="1000" u="none" cap="none" strike="noStrike">
              <a:solidFill>
                <a:schemeClr val="dk1"/>
              </a:solidFill>
              <a:latin typeface="Nunito Sans"/>
              <a:ea typeface="Nunito Sans"/>
              <a:cs typeface="Nunito Sans"/>
              <a:sym typeface="Nunito Sans"/>
            </a:endParaRPr>
          </a:p>
        </p:txBody>
      </p:sp>
      <p:sp>
        <p:nvSpPr>
          <p:cNvPr id="59" name="Google Shape;59;p15"/>
          <p:cNvSpPr txBox="1"/>
          <p:nvPr>
            <p:ph type="title"/>
          </p:nvPr>
        </p:nvSpPr>
        <p:spPr>
          <a:xfrm>
            <a:off x="638810" y="294958"/>
            <a:ext cx="7886700" cy="9939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SzPts val="1400"/>
              <a:buNone/>
              <a:defRPr b="0" i="0" sz="2800" u="none" cap="none" strike="noStrike">
                <a:solidFill>
                  <a:schemeClr val="accent1"/>
                </a:solidFill>
                <a:latin typeface="Nunito Sans"/>
                <a:ea typeface="Nunito Sans"/>
                <a:cs typeface="Nunito Sans"/>
                <a:sym typeface="Nunito Sans"/>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0" name="Google Shape;60;p15"/>
          <p:cNvSpPr txBox="1"/>
          <p:nvPr>
            <p:ph idx="1" type="body"/>
          </p:nvPr>
        </p:nvSpPr>
        <p:spPr>
          <a:xfrm>
            <a:off x="628650" y="1370013"/>
            <a:ext cx="7886700" cy="32622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SzPts val="1400"/>
              <a:buNone/>
              <a:defRPr b="0" i="0" sz="1600" u="none" cap="none" strike="noStrike">
                <a:solidFill>
                  <a:schemeClr val="dk1"/>
                </a:solidFill>
                <a:latin typeface="Nunito Sans Light"/>
                <a:ea typeface="Nunito Sans Light"/>
                <a:cs typeface="Nunito Sans Light"/>
                <a:sym typeface="Nunito Sans Light"/>
              </a:defRPr>
            </a:lvl1pPr>
            <a:lvl2pPr indent="-228600" lvl="1" marL="914400" marR="0" rtl="0" algn="l">
              <a:lnSpc>
                <a:spcPct val="100000"/>
              </a:lnSpc>
              <a:spcBef>
                <a:spcPts val="0"/>
              </a:spcBef>
              <a:spcAft>
                <a:spcPts val="0"/>
              </a:spcAft>
              <a:buSzPts val="1400"/>
              <a:buNone/>
              <a:defRPr b="0" i="0" sz="1400" u="none" cap="none" strike="noStrike">
                <a:solidFill>
                  <a:schemeClr val="dk1"/>
                </a:solidFill>
                <a:latin typeface="Nunito Sans Light"/>
                <a:ea typeface="Nunito Sans Light"/>
                <a:cs typeface="Nunito Sans Light"/>
                <a:sym typeface="Nunito Sans Light"/>
              </a:defRPr>
            </a:lvl2pPr>
            <a:lvl3pPr indent="-228600" lvl="2" marL="1371600" marR="0" rtl="0" algn="l">
              <a:lnSpc>
                <a:spcPct val="100000"/>
              </a:lnSpc>
              <a:spcBef>
                <a:spcPts val="0"/>
              </a:spcBef>
              <a:spcAft>
                <a:spcPts val="0"/>
              </a:spcAft>
              <a:buSzPts val="1400"/>
              <a:buNone/>
              <a:defRPr b="0" i="0" sz="1400" u="none" cap="none" strike="noStrike">
                <a:solidFill>
                  <a:schemeClr val="dk1"/>
                </a:solidFill>
                <a:latin typeface="Nunito Sans Light"/>
                <a:ea typeface="Nunito Sans Light"/>
                <a:cs typeface="Nunito Sans Light"/>
                <a:sym typeface="Nunito Sans Light"/>
              </a:defRPr>
            </a:lvl3pPr>
            <a:lvl4pPr indent="-228600" lvl="3" marL="1828800" marR="0" rtl="0" algn="l">
              <a:lnSpc>
                <a:spcPct val="100000"/>
              </a:lnSpc>
              <a:spcBef>
                <a:spcPts val="0"/>
              </a:spcBef>
              <a:spcAft>
                <a:spcPts val="0"/>
              </a:spcAft>
              <a:buSzPts val="1400"/>
              <a:buNone/>
              <a:defRPr b="0" i="0" sz="1400" u="none" cap="none" strike="noStrike">
                <a:solidFill>
                  <a:schemeClr val="dk1"/>
                </a:solidFill>
                <a:latin typeface="Nunito Sans Light"/>
                <a:ea typeface="Nunito Sans Light"/>
                <a:cs typeface="Nunito Sans Light"/>
                <a:sym typeface="Nunito Sans Light"/>
              </a:defRPr>
            </a:lvl4pPr>
            <a:lvl5pPr indent="-228600" lvl="4" marL="2286000" marR="0" rtl="0" algn="l">
              <a:lnSpc>
                <a:spcPct val="100000"/>
              </a:lnSpc>
              <a:spcBef>
                <a:spcPts val="0"/>
              </a:spcBef>
              <a:spcAft>
                <a:spcPts val="0"/>
              </a:spcAft>
              <a:buSzPts val="1400"/>
              <a:buNone/>
              <a:defRPr b="0" i="0" sz="1400" u="none" cap="none" strike="noStrike">
                <a:solidFill>
                  <a:schemeClr val="dk1"/>
                </a:solidFill>
                <a:latin typeface="Nunito Sans Light"/>
                <a:ea typeface="Nunito Sans Light"/>
                <a:cs typeface="Nunito Sans Light"/>
                <a:sym typeface="Nunito Sans Light"/>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orient="horz" pos="288">
          <p15:clr>
            <a:srgbClr val="EA4335"/>
          </p15:clr>
        </p15:guide>
        <p15:guide id="4" pos="288">
          <p15:clr>
            <a:srgbClr val="EA4335"/>
          </p15:clr>
        </p15:guide>
        <p15:guide id="5" pos="5472">
          <p15:clr>
            <a:srgbClr val="EA4335"/>
          </p15:clr>
        </p15:guide>
        <p15:guide id="6" orient="horz" pos="295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46"/>
          <p:cNvPicPr preferRelativeResize="0"/>
          <p:nvPr>
            <p:ph idx="2" type="pic"/>
          </p:nvPr>
        </p:nvPicPr>
        <p:blipFill rotWithShape="1">
          <a:blip r:embed="rId3">
            <a:alphaModFix/>
          </a:blip>
          <a:srcRect b="0" l="4857" r="4857" t="0"/>
          <a:stretch/>
        </p:blipFill>
        <p:spPr>
          <a:xfrm>
            <a:off x="3012000" y="28050"/>
            <a:ext cx="6132000" cy="5087400"/>
          </a:xfrm>
          <a:prstGeom prst="roundRect">
            <a:avLst>
              <a:gd fmla="val 16667" name="adj"/>
            </a:avLst>
          </a:prstGeom>
          <a:noFill/>
          <a:ln>
            <a:noFill/>
          </a:ln>
        </p:spPr>
      </p:pic>
      <p:pic>
        <p:nvPicPr>
          <p:cNvPr id="277" name="Google Shape;277;p46"/>
          <p:cNvPicPr preferRelativeResize="0"/>
          <p:nvPr>
            <p:ph idx="3" type="pic"/>
          </p:nvPr>
        </p:nvPicPr>
        <p:blipFill rotWithShape="1">
          <a:blip r:embed="rId3">
            <a:alphaModFix/>
          </a:blip>
          <a:srcRect b="0" l="4857" r="4857" t="0"/>
          <a:stretch/>
        </p:blipFill>
        <p:spPr>
          <a:xfrm>
            <a:off x="0" y="28050"/>
            <a:ext cx="6132000" cy="5087400"/>
          </a:xfrm>
          <a:prstGeom prst="roundRect">
            <a:avLst>
              <a:gd fmla="val 16667" name="adj"/>
            </a:avLst>
          </a:prstGeom>
          <a:noFill/>
          <a:ln>
            <a:noFill/>
          </a:ln>
        </p:spPr>
      </p:pic>
      <p:pic>
        <p:nvPicPr>
          <p:cNvPr id="278" name="Google Shape;278;p46"/>
          <p:cNvPicPr preferRelativeResize="0"/>
          <p:nvPr>
            <p:ph idx="4" type="pic"/>
          </p:nvPr>
        </p:nvPicPr>
        <p:blipFill rotWithShape="1">
          <a:blip r:embed="rId3">
            <a:alphaModFix/>
          </a:blip>
          <a:srcRect b="0" l="4857" r="4857" t="0"/>
          <a:stretch/>
        </p:blipFill>
        <p:spPr>
          <a:xfrm>
            <a:off x="1808225" y="28050"/>
            <a:ext cx="6132000" cy="5087400"/>
          </a:xfrm>
          <a:prstGeom prst="roundRect">
            <a:avLst>
              <a:gd fmla="val 16667" name="adj"/>
            </a:avLst>
          </a:prstGeom>
          <a:noFill/>
          <a:ln>
            <a:noFill/>
          </a:ln>
        </p:spPr>
      </p:pic>
      <p:sp>
        <p:nvSpPr>
          <p:cNvPr id="279" name="Google Shape;279;p46"/>
          <p:cNvSpPr txBox="1"/>
          <p:nvPr/>
        </p:nvSpPr>
        <p:spPr>
          <a:xfrm>
            <a:off x="2684225" y="1744525"/>
            <a:ext cx="4380000" cy="54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00FFAF"/>
                </a:solidFill>
                <a:highlight>
                  <a:srgbClr val="D4AF37"/>
                </a:highlight>
                <a:latin typeface="Cinzel"/>
                <a:ea typeface="Cinzel"/>
                <a:cs typeface="Cinzel"/>
                <a:sym typeface="Cinzel"/>
              </a:rPr>
              <a:t>Challenger SALE</a:t>
            </a:r>
            <a:endParaRPr b="1" sz="2400">
              <a:solidFill>
                <a:srgbClr val="00FFAF"/>
              </a:solidFill>
              <a:highlight>
                <a:srgbClr val="D4AF37"/>
              </a:highlight>
              <a:latin typeface="Cinzel"/>
              <a:ea typeface="Cinzel"/>
              <a:cs typeface="Cinzel"/>
              <a:sym typeface="Cinzel"/>
            </a:endParaRPr>
          </a:p>
        </p:txBody>
      </p:sp>
      <p:sp>
        <p:nvSpPr>
          <p:cNvPr id="280" name="Google Shape;280;p46"/>
          <p:cNvSpPr txBox="1"/>
          <p:nvPr/>
        </p:nvSpPr>
        <p:spPr>
          <a:xfrm>
            <a:off x="2758425" y="2285425"/>
            <a:ext cx="4380000" cy="4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D4AF37"/>
                </a:solidFill>
                <a:highlight>
                  <a:srgbClr val="00FFAF"/>
                </a:highlight>
                <a:latin typeface="Cinzel"/>
                <a:ea typeface="Cinzel"/>
                <a:cs typeface="Cinzel"/>
                <a:sym typeface="Cinzel"/>
              </a:rPr>
              <a:t>Matt DIXON</a:t>
            </a:r>
            <a:endParaRPr b="1" sz="1800">
              <a:solidFill>
                <a:srgbClr val="D4AF37"/>
              </a:solidFill>
              <a:highlight>
                <a:srgbClr val="00FFAF"/>
              </a:highlight>
              <a:latin typeface="Cinzel"/>
              <a:ea typeface="Cinzel"/>
              <a:cs typeface="Cinzel"/>
              <a:sym typeface="Cinz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7"/>
          <p:cNvSpPr txBox="1"/>
          <p:nvPr>
            <p:ph type="title"/>
          </p:nvPr>
        </p:nvSpPr>
        <p:spPr>
          <a:xfrm>
            <a:off x="0" y="0"/>
            <a:ext cx="4061700" cy="3666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t/>
            </a:r>
            <a:endParaRPr sz="2000"/>
          </a:p>
        </p:txBody>
      </p:sp>
      <p:sp>
        <p:nvSpPr>
          <p:cNvPr id="286" name="Google Shape;286;p47"/>
          <p:cNvSpPr txBox="1"/>
          <p:nvPr>
            <p:ph idx="1" type="body"/>
          </p:nvPr>
        </p:nvSpPr>
        <p:spPr>
          <a:xfrm>
            <a:off x="0" y="366600"/>
            <a:ext cx="4061700" cy="4776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87" name="Google Shape;287;p47"/>
          <p:cNvSpPr txBox="1"/>
          <p:nvPr>
            <p:ph type="title"/>
          </p:nvPr>
        </p:nvSpPr>
        <p:spPr>
          <a:xfrm>
            <a:off x="4061650" y="1"/>
            <a:ext cx="5082300" cy="514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idx="1" type="body"/>
          </p:nvPr>
        </p:nvSpPr>
        <p:spPr>
          <a:xfrm>
            <a:off x="0" y="370500"/>
            <a:ext cx="4061700" cy="4773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93" name="Google Shape;293;p48"/>
          <p:cNvSpPr txBox="1"/>
          <p:nvPr>
            <p:ph type="title"/>
          </p:nvPr>
        </p:nvSpPr>
        <p:spPr>
          <a:xfrm>
            <a:off x="75850" y="0"/>
            <a:ext cx="39858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sz="2000"/>
          </a:p>
        </p:txBody>
      </p:sp>
      <p:sp>
        <p:nvSpPr>
          <p:cNvPr id="294" name="Google Shape;294;p48"/>
          <p:cNvSpPr txBox="1"/>
          <p:nvPr>
            <p:ph idx="1" type="body"/>
          </p:nvPr>
        </p:nvSpPr>
        <p:spPr>
          <a:xfrm>
            <a:off x="4061650" y="0"/>
            <a:ext cx="5082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9"/>
          <p:cNvSpPr txBox="1"/>
          <p:nvPr>
            <p:ph idx="1" type="body"/>
          </p:nvPr>
        </p:nvSpPr>
        <p:spPr>
          <a:xfrm>
            <a:off x="0" y="376500"/>
            <a:ext cx="4067700" cy="4767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solidFill>
                <a:srgbClr val="35B9D8"/>
              </a:solidFill>
              <a:highlight>
                <a:srgbClr val="F3FF00"/>
              </a:highlight>
            </a:endParaRPr>
          </a:p>
        </p:txBody>
      </p:sp>
      <p:sp>
        <p:nvSpPr>
          <p:cNvPr id="300" name="Google Shape;300;p49"/>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b="1" sz="2000">
              <a:solidFill>
                <a:schemeClr val="dk1"/>
              </a:solidFill>
              <a:highlight>
                <a:srgbClr val="00FFAF"/>
              </a:highlight>
              <a:latin typeface="Cinzel"/>
              <a:ea typeface="Cinzel"/>
              <a:cs typeface="Cinzel"/>
              <a:sym typeface="Cinzel"/>
            </a:endParaRPr>
          </a:p>
        </p:txBody>
      </p:sp>
      <p:sp>
        <p:nvSpPr>
          <p:cNvPr id="301" name="Google Shape;301;p49"/>
          <p:cNvSpPr txBox="1"/>
          <p:nvPr>
            <p:ph idx="1" type="body"/>
          </p:nvPr>
        </p:nvSpPr>
        <p:spPr>
          <a:xfrm>
            <a:off x="4067675" y="0"/>
            <a:ext cx="5076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
                <a:highlight>
                  <a:schemeClr val="dk1"/>
                </a:highlight>
                <a:latin typeface="Cinzel"/>
                <a:ea typeface="Cinzel"/>
                <a:cs typeface="Cinzel"/>
                <a:sym typeface="Cinzel"/>
              </a:rPr>
              <a:t>X dv v </a:t>
            </a:r>
            <a:endParaRPr b="1">
              <a:highlight>
                <a:schemeClr val="dk1"/>
              </a:highlight>
              <a:latin typeface="Cinzel"/>
              <a:ea typeface="Cinzel"/>
              <a:cs typeface="Cinzel"/>
              <a:sym typeface="Cinze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nvSpPr>
        <p:spPr>
          <a:xfrm>
            <a:off x="2684225" y="1744525"/>
            <a:ext cx="4380000" cy="54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00FFAF"/>
                </a:solidFill>
                <a:highlight>
                  <a:srgbClr val="D4AF37"/>
                </a:highlight>
                <a:latin typeface="Cinzel"/>
                <a:ea typeface="Cinzel"/>
                <a:cs typeface="Cinzel"/>
                <a:sym typeface="Cinzel"/>
              </a:rPr>
              <a:t>The challenger</a:t>
            </a:r>
            <a:endParaRPr b="1" sz="2400">
              <a:solidFill>
                <a:srgbClr val="00FFAF"/>
              </a:solidFill>
              <a:highlight>
                <a:srgbClr val="D4AF37"/>
              </a:highlight>
              <a:latin typeface="Cinzel"/>
              <a:ea typeface="Cinzel"/>
              <a:cs typeface="Cinzel"/>
              <a:sym typeface="Cinzel"/>
            </a:endParaRPr>
          </a:p>
        </p:txBody>
      </p:sp>
      <p:sp>
        <p:nvSpPr>
          <p:cNvPr id="307" name="Google Shape;307;p50"/>
          <p:cNvSpPr txBox="1"/>
          <p:nvPr/>
        </p:nvSpPr>
        <p:spPr>
          <a:xfrm>
            <a:off x="2758425" y="2285425"/>
            <a:ext cx="4380000" cy="4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D4AF37"/>
                </a:solidFill>
                <a:highlight>
                  <a:srgbClr val="00FFAF"/>
                </a:highlight>
                <a:latin typeface="Cinzel"/>
                <a:ea typeface="Cinzel"/>
                <a:cs typeface="Cinzel"/>
                <a:sym typeface="Cinzel"/>
              </a:rPr>
              <a:t>Explained</a:t>
            </a:r>
            <a:endParaRPr b="1" sz="1800">
              <a:solidFill>
                <a:srgbClr val="D4AF37"/>
              </a:solidFill>
              <a:highlight>
                <a:srgbClr val="00FFAF"/>
              </a:highlight>
              <a:latin typeface="Cinzel"/>
              <a:ea typeface="Cinzel"/>
              <a:cs typeface="Cinzel"/>
              <a:sym typeface="Cinze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1"/>
          <p:cNvSpPr txBox="1"/>
          <p:nvPr>
            <p:ph type="title"/>
          </p:nvPr>
        </p:nvSpPr>
        <p:spPr>
          <a:xfrm>
            <a:off x="-500" y="0"/>
            <a:ext cx="4061700" cy="359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2000">
                <a:latin typeface="Cinzel"/>
                <a:ea typeface="Cinzel"/>
                <a:cs typeface="Cinzel"/>
                <a:sym typeface="Cinzel"/>
              </a:rPr>
              <a:t>The Challenger: Explained</a:t>
            </a:r>
            <a:endParaRPr b="1" sz="2000">
              <a:latin typeface="Cinzel"/>
              <a:ea typeface="Cinzel"/>
              <a:cs typeface="Cinzel"/>
              <a:sym typeface="Cinzel"/>
            </a:endParaRPr>
          </a:p>
        </p:txBody>
      </p:sp>
      <p:sp>
        <p:nvSpPr>
          <p:cNvPr id="313" name="Google Shape;313;p51"/>
          <p:cNvSpPr txBox="1"/>
          <p:nvPr>
            <p:ph idx="1" type="body"/>
          </p:nvPr>
        </p:nvSpPr>
        <p:spPr>
          <a:xfrm>
            <a:off x="0" y="359700"/>
            <a:ext cx="4061700" cy="4783800"/>
          </a:xfrm>
          <a:prstGeom prst="rect">
            <a:avLst/>
          </a:prstGeom>
        </p:spPr>
        <p:txBody>
          <a:bodyPr anchorCtr="0" anchor="t" bIns="45700" lIns="91425" spcFirstLastPara="1" rIns="91425" wrap="square" tIns="45700">
            <a:normAutofit/>
          </a:bodyPr>
          <a:lstStyle/>
          <a:p>
            <a:pPr indent="-330200" lvl="0" marL="457200" rtl="0" algn="l">
              <a:spcBef>
                <a:spcPts val="1000"/>
              </a:spcBef>
              <a:spcAft>
                <a:spcPts val="0"/>
              </a:spcAft>
              <a:buSzPts val="1600"/>
              <a:buChar char="●"/>
            </a:pPr>
            <a:r>
              <a:rPr lang="en" sz="1600"/>
              <a:t>Offers the customer unique perspectives</a:t>
            </a:r>
            <a:endParaRPr sz="1600"/>
          </a:p>
          <a:p>
            <a:pPr indent="-330200" lvl="0" marL="457200" rtl="0" algn="l">
              <a:spcBef>
                <a:spcPts val="1000"/>
              </a:spcBef>
              <a:spcAft>
                <a:spcPts val="0"/>
              </a:spcAft>
              <a:buSzPts val="1600"/>
              <a:buChar char="●"/>
            </a:pPr>
            <a:r>
              <a:rPr lang="en" sz="1600"/>
              <a:t>Has strong two-way communication skills</a:t>
            </a:r>
            <a:endParaRPr sz="1600"/>
          </a:p>
          <a:p>
            <a:pPr indent="-330200" lvl="0" marL="457200" rtl="0" algn="l">
              <a:spcBef>
                <a:spcPts val="1000"/>
              </a:spcBef>
              <a:spcAft>
                <a:spcPts val="0"/>
              </a:spcAft>
              <a:buSzPts val="1600"/>
              <a:buChar char="●"/>
            </a:pPr>
            <a:r>
              <a:rPr lang="en" sz="1600"/>
              <a:t>Knows the individual customer’s value drivers</a:t>
            </a:r>
            <a:endParaRPr sz="1600"/>
          </a:p>
          <a:p>
            <a:pPr indent="-330200" lvl="0" marL="457200" rtl="0" algn="l">
              <a:spcBef>
                <a:spcPts val="1000"/>
              </a:spcBef>
              <a:spcAft>
                <a:spcPts val="0"/>
              </a:spcAft>
              <a:buSzPts val="1600"/>
              <a:buChar char="●"/>
            </a:pPr>
            <a:r>
              <a:rPr lang="en" sz="1600"/>
              <a:t>Can identify economic drivers of the customer’s business</a:t>
            </a:r>
            <a:endParaRPr sz="1600"/>
          </a:p>
          <a:p>
            <a:pPr indent="-330200" lvl="0" marL="457200" rtl="0" algn="l">
              <a:spcBef>
                <a:spcPts val="1000"/>
              </a:spcBef>
              <a:spcAft>
                <a:spcPts val="0"/>
              </a:spcAft>
              <a:buSzPts val="1600"/>
              <a:buChar char="●"/>
            </a:pPr>
            <a:r>
              <a:rPr lang="en" sz="1600"/>
              <a:t>Is comfortable discussing money</a:t>
            </a:r>
            <a:endParaRPr sz="1600"/>
          </a:p>
          <a:p>
            <a:pPr indent="-330200" lvl="0" marL="457200" rtl="0" algn="l">
              <a:spcBef>
                <a:spcPts val="1000"/>
              </a:spcBef>
              <a:spcAft>
                <a:spcPts val="0"/>
              </a:spcAft>
              <a:buSzPts val="1600"/>
              <a:buChar char="●"/>
            </a:pPr>
            <a:r>
              <a:rPr lang="en" sz="1600"/>
              <a:t>Can pressure the customer</a:t>
            </a:r>
            <a:endParaRPr sz="1600"/>
          </a:p>
        </p:txBody>
      </p:sp>
      <p:sp>
        <p:nvSpPr>
          <p:cNvPr id="314" name="Google Shape;314;p51"/>
          <p:cNvSpPr txBox="1"/>
          <p:nvPr>
            <p:ph type="title"/>
          </p:nvPr>
        </p:nvSpPr>
        <p:spPr>
          <a:xfrm>
            <a:off x="4061650" y="1"/>
            <a:ext cx="5082300" cy="5143500"/>
          </a:xfrm>
          <a:prstGeom prst="rect">
            <a:avLst/>
          </a:prstGeom>
        </p:spPr>
        <p:txBody>
          <a:bodyPr anchorCtr="0" anchor="ctr" bIns="45700" lIns="91425" spcFirstLastPara="1" rIns="91425" wrap="square" tIns="45700">
            <a:noAutofit/>
          </a:bodyPr>
          <a:lstStyle/>
          <a:p>
            <a:pPr indent="-304800" lvl="0" marL="457200" rtl="0" algn="l">
              <a:spcBef>
                <a:spcPts val="0"/>
              </a:spcBef>
              <a:spcAft>
                <a:spcPts val="0"/>
              </a:spcAft>
              <a:buSzPts val="1200"/>
              <a:buChar char="●"/>
            </a:pPr>
            <a:r>
              <a:rPr lang="en" sz="1200"/>
              <a:t>the debaters on the team. </a:t>
            </a:r>
            <a:endParaRPr sz="1200"/>
          </a:p>
          <a:p>
            <a:pPr indent="-304800" lvl="0" marL="457200" rtl="0" algn="l">
              <a:spcBef>
                <a:spcPts val="0"/>
              </a:spcBef>
              <a:spcAft>
                <a:spcPts val="0"/>
              </a:spcAft>
              <a:buSzPts val="1200"/>
              <a:buChar char="●"/>
            </a:pPr>
            <a:r>
              <a:rPr lang="en" sz="1200"/>
              <a:t>deep understanding of the customer’s business</a:t>
            </a:r>
            <a:endParaRPr sz="1200"/>
          </a:p>
          <a:p>
            <a:pPr indent="0" lvl="0" marL="0" rtl="0" algn="l">
              <a:spcBef>
                <a:spcPts val="0"/>
              </a:spcBef>
              <a:spcAft>
                <a:spcPts val="0"/>
              </a:spcAft>
              <a:buNone/>
            </a:pPr>
            <a:r>
              <a:rPr lang="en" sz="1200"/>
              <a:t>Uses their understanding of the customer’s business to::</a:t>
            </a:r>
            <a:endParaRPr sz="1200"/>
          </a:p>
          <a:p>
            <a:pPr indent="-304800" lvl="0" marL="457200" rtl="0" algn="l">
              <a:spcBef>
                <a:spcPts val="0"/>
              </a:spcBef>
              <a:spcAft>
                <a:spcPts val="0"/>
              </a:spcAft>
              <a:buSzPts val="1200"/>
              <a:buChar char="●"/>
            </a:pPr>
            <a:r>
              <a:rPr lang="en" sz="1200"/>
              <a:t>push the customer’s thinking </a:t>
            </a:r>
            <a:endParaRPr sz="1200"/>
          </a:p>
          <a:p>
            <a:pPr indent="-304800" lvl="0" marL="457200" rtl="0" algn="l">
              <a:spcBef>
                <a:spcPts val="0"/>
              </a:spcBef>
              <a:spcAft>
                <a:spcPts val="0"/>
              </a:spcAft>
              <a:buSzPts val="1200"/>
              <a:buChar char="●"/>
            </a:pPr>
            <a:r>
              <a:rPr lang="en" sz="1200"/>
              <a:t>teach the customer something new about how their company can compete more effectively. </a:t>
            </a:r>
            <a:endParaRPr sz="1200"/>
          </a:p>
          <a:p>
            <a:pPr indent="-304800" lvl="0" marL="457200" rtl="0" algn="l">
              <a:spcBef>
                <a:spcPts val="0"/>
              </a:spcBef>
              <a:spcAft>
                <a:spcPts val="0"/>
              </a:spcAft>
              <a:buSzPts val="1200"/>
              <a:buChar char="●"/>
            </a:pPr>
            <a:r>
              <a:rPr lang="en" sz="1200"/>
              <a:t>Challengers are not afraid to share their views, even when they’re different and potentially controversial.</a:t>
            </a:r>
            <a:endParaRPr sz="1200"/>
          </a:p>
          <a:p>
            <a:pPr indent="-304800" lvl="0" marL="457200" rtl="0" algn="l">
              <a:spcBef>
                <a:spcPts val="0"/>
              </a:spcBef>
              <a:spcAft>
                <a:spcPts val="0"/>
              </a:spcAft>
              <a:buSzPts val="1200"/>
              <a:buChar char="●"/>
            </a:pPr>
            <a:r>
              <a:rPr lang="en" sz="1200"/>
              <a:t>Assertive: tending to “press” customers both on the customer’s thinking around things like pricing. </a:t>
            </a:r>
            <a:endParaRPr sz="1200"/>
          </a:p>
          <a:p>
            <a:pPr indent="-304800" lvl="0" marL="457200" rtl="0" algn="l">
              <a:spcBef>
                <a:spcPts val="0"/>
              </a:spcBef>
              <a:spcAft>
                <a:spcPts val="0"/>
              </a:spcAft>
              <a:buSzPts val="1200"/>
              <a:buChar char="●"/>
            </a:pPr>
            <a:r>
              <a:rPr lang="en" sz="1200"/>
              <a:t>Challengers don’t reserve their Challenger mentality for customers alone, Sales Leaders </a:t>
            </a:r>
            <a:r>
              <a:rPr lang="en" sz="1200"/>
              <a:t>can attest.</a:t>
            </a:r>
            <a:r>
              <a:rPr lang="en" sz="1200"/>
              <a:t>. </a:t>
            </a:r>
            <a:endParaRPr sz="1200"/>
          </a:p>
          <a:p>
            <a:pPr indent="-304800" lvl="0" marL="457200" rtl="0" algn="l">
              <a:spcBef>
                <a:spcPts val="0"/>
              </a:spcBef>
              <a:spcAft>
                <a:spcPts val="0"/>
              </a:spcAft>
              <a:buSzPts val="1200"/>
              <a:buChar char="●"/>
            </a:pPr>
            <a:r>
              <a:rPr lang="en" sz="1200"/>
              <a:t>Challengers push their own leaders within their own organizations, tactfully, forcing people to think about complex issues differently..  </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b="1" lang="en" sz="1200">
                <a:latin typeface="Cinzel"/>
                <a:ea typeface="Cinzel"/>
                <a:cs typeface="Cinzel"/>
                <a:sym typeface="Cinzel"/>
              </a:rPr>
              <a:t>As one member put it</a:t>
            </a:r>
            <a:endParaRPr b="1" sz="1200">
              <a:latin typeface="Cinzel"/>
              <a:ea typeface="Cinzel"/>
              <a:cs typeface="Cinzel"/>
              <a:sym typeface="Cinzel"/>
            </a:endParaRPr>
          </a:p>
          <a:p>
            <a:pPr indent="0" lvl="0" marL="0" rtl="0" algn="l">
              <a:spcBef>
                <a:spcPts val="0"/>
              </a:spcBef>
              <a:spcAft>
                <a:spcPts val="0"/>
              </a:spcAft>
              <a:buNone/>
            </a:pPr>
            <a:r>
              <a:rPr lang="en" sz="1200"/>
              <a:t>“We have a handful of Challengers in our company, and almost. all of them seem to have a standing time slot on our CSO’s calendar to discuss what they’re seeing and hearing in the market. The CSO loves it. They’re constantly bringing fresh insight to the table that forces him to constantly check his strategy against reality.</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2"/>
          <p:cNvSpPr txBox="1"/>
          <p:nvPr>
            <p:ph idx="1" type="body"/>
          </p:nvPr>
        </p:nvSpPr>
        <p:spPr>
          <a:xfrm>
            <a:off x="-5750" y="457200"/>
            <a:ext cx="4067400" cy="46863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
              <a:t>Truly</a:t>
            </a:r>
            <a:r>
              <a:rPr b="1" lang="en"/>
              <a:t> defined by their ability to do three things:</a:t>
            </a:r>
            <a:endParaRPr b="1"/>
          </a:p>
          <a:p>
            <a:pPr indent="-304800" lvl="0" marL="457200" rtl="0" algn="l">
              <a:spcBef>
                <a:spcPts val="0"/>
              </a:spcBef>
              <a:spcAft>
                <a:spcPts val="0"/>
              </a:spcAft>
              <a:buSzPts val="1200"/>
              <a:buAutoNum type="arabicPeriod"/>
            </a:pPr>
            <a:r>
              <a:rPr b="1" lang="en" u="sng"/>
              <a:t>Teach</a:t>
            </a:r>
            <a:endParaRPr b="1" u="sng"/>
          </a:p>
          <a:p>
            <a:pPr indent="-304800" lvl="0" marL="457200" rtl="0" algn="l">
              <a:spcBef>
                <a:spcPts val="0"/>
              </a:spcBef>
              <a:spcAft>
                <a:spcPts val="0"/>
              </a:spcAft>
              <a:buSzPts val="1200"/>
              <a:buAutoNum type="arabicPeriod"/>
            </a:pPr>
            <a:r>
              <a:rPr b="1" lang="en" u="sng"/>
              <a:t>Tailor</a:t>
            </a:r>
            <a:endParaRPr b="1" u="sng"/>
          </a:p>
          <a:p>
            <a:pPr indent="-304800" lvl="0" marL="457200" rtl="0" algn="l">
              <a:spcBef>
                <a:spcPts val="0"/>
              </a:spcBef>
              <a:spcAft>
                <a:spcPts val="0"/>
              </a:spcAft>
              <a:buSzPts val="1200"/>
              <a:buAutoNum type="arabicPeriod"/>
            </a:pPr>
            <a:r>
              <a:rPr b="1" lang="en" u="sng"/>
              <a:t>Take Control</a:t>
            </a:r>
            <a:endParaRPr b="1" u="sng"/>
          </a:p>
          <a:p>
            <a:pPr indent="0" lvl="0" marL="0" rtl="0" algn="l">
              <a:spcBef>
                <a:spcPts val="0"/>
              </a:spcBef>
              <a:spcAft>
                <a:spcPts val="0"/>
              </a:spcAft>
              <a:buNone/>
            </a:pPr>
            <a:r>
              <a:t/>
            </a:r>
            <a:endParaRPr b="1" u="sng"/>
          </a:p>
          <a:p>
            <a:pPr indent="-304800" lvl="0" marL="457200" rtl="0" algn="l">
              <a:spcBef>
                <a:spcPts val="0"/>
              </a:spcBef>
              <a:spcAft>
                <a:spcPts val="0"/>
              </a:spcAft>
              <a:buSzPts val="1200"/>
              <a:buChar char="●"/>
            </a:pPr>
            <a:r>
              <a:rPr lang="en"/>
              <a:t>53% of customer loyalty is attributable to one’s ability to out perform the competition on the sales/purchasing experience</a:t>
            </a:r>
            <a:endParaRPr/>
          </a:p>
        </p:txBody>
      </p:sp>
      <p:sp>
        <p:nvSpPr>
          <p:cNvPr id="320" name="Google Shape;320;p52"/>
          <p:cNvSpPr txBox="1"/>
          <p:nvPr>
            <p:ph type="title"/>
          </p:nvPr>
        </p:nvSpPr>
        <p:spPr>
          <a:xfrm>
            <a:off x="-5750" y="0"/>
            <a:ext cx="40674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2000"/>
              <a:t>The Challenger: Explained</a:t>
            </a:r>
            <a:endParaRPr b="1" sz="2000"/>
          </a:p>
        </p:txBody>
      </p:sp>
      <p:sp>
        <p:nvSpPr>
          <p:cNvPr id="321" name="Google Shape;321;p52"/>
          <p:cNvSpPr txBox="1"/>
          <p:nvPr>
            <p:ph idx="1" type="body"/>
          </p:nvPr>
        </p:nvSpPr>
        <p:spPr>
          <a:xfrm>
            <a:off x="4061650" y="0"/>
            <a:ext cx="5082300" cy="51435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b="1" lang="en" u="sng">
                <a:solidFill>
                  <a:schemeClr val="lt1"/>
                </a:solidFill>
              </a:rPr>
              <a:t>The Foundation</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Unique perspective on the customer’s business </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Their ability to engage in robust two-way dialogue</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Challengers then teach for differentiation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b="1" lang="en" u="sng">
                <a:solidFill>
                  <a:schemeClr val="lt1"/>
                </a:solidFill>
              </a:rPr>
              <a:t>Leveraging the foundation</a:t>
            </a:r>
            <a:endParaRPr b="1" u="sng">
              <a:solidFill>
                <a:schemeClr val="lt1"/>
              </a:solidFill>
            </a:endParaRPr>
          </a:p>
          <a:p>
            <a:pPr indent="0" lvl="0" marL="0" rtl="0" algn="l">
              <a:spcBef>
                <a:spcPts val="0"/>
              </a:spcBef>
              <a:spcAft>
                <a:spcPts val="0"/>
              </a:spcAft>
              <a:buNone/>
            </a:pPr>
            <a:r>
              <a:rPr lang="en">
                <a:solidFill>
                  <a:schemeClr val="lt1"/>
                </a:solidFill>
              </a:rPr>
              <a:t>Through a superior knowledge, and ability to communicate that knowledge of a customer’s economic and value drivers, they are able to:</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Tailor for Resonance</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Delivering the right message</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To the right person within the customer organization.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b="1" lang="en" u="sng">
                <a:solidFill>
                  <a:schemeClr val="lt1"/>
                </a:solidFill>
              </a:rPr>
              <a:t>Culminating and coming together . . .</a:t>
            </a:r>
            <a:endParaRPr b="1" u="sng">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Discussing money, when needed</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Press the customer, when needed</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Take control of the sale</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idx="1" type="body"/>
          </p:nvPr>
        </p:nvSpPr>
        <p:spPr>
          <a:xfrm>
            <a:off x="0" y="402900"/>
            <a:ext cx="4067700" cy="47406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
                <a:highlight>
                  <a:schemeClr val="dk1"/>
                </a:highlight>
                <a:latin typeface="Playfair Display"/>
                <a:ea typeface="Playfair Display"/>
                <a:cs typeface="Playfair Display"/>
                <a:sym typeface="Playfair Display"/>
              </a:rPr>
              <a:t>Teaching for differentiation is</a:t>
            </a:r>
            <a:r>
              <a:rPr lang="en">
                <a:highlight>
                  <a:schemeClr val="dk1"/>
                </a:highlight>
              </a:rPr>
              <a:t> the ability to teach customers something new and valuable about how to compete in their market. </a:t>
            </a:r>
            <a:endParaRPr>
              <a:highlight>
                <a:schemeClr val="dk1"/>
              </a:highlight>
            </a:endParaRPr>
          </a:p>
          <a:p>
            <a:pPr indent="0" lvl="0" marL="0" rtl="0" algn="l">
              <a:spcBef>
                <a:spcPts val="0"/>
              </a:spcBef>
              <a:spcAft>
                <a:spcPts val="0"/>
              </a:spcAft>
              <a:buNone/>
            </a:pPr>
            <a:r>
              <a:t/>
            </a:r>
            <a:endParaRPr>
              <a:highlight>
                <a:schemeClr val="dk1"/>
              </a:highlight>
            </a:endParaRPr>
          </a:p>
          <a:p>
            <a:pPr indent="0" lvl="0" marL="0" rtl="0" algn="l">
              <a:spcBef>
                <a:spcPts val="0"/>
              </a:spcBef>
              <a:spcAft>
                <a:spcPts val="0"/>
              </a:spcAft>
              <a:buNone/>
            </a:pPr>
            <a:r>
              <a:rPr lang="en">
                <a:highlight>
                  <a:schemeClr val="dk1"/>
                </a:highlight>
              </a:rPr>
              <a:t>Our research on </a:t>
            </a:r>
            <a:r>
              <a:rPr b="1" lang="en" u="sng">
                <a:highlight>
                  <a:schemeClr val="dk1"/>
                </a:highlight>
                <a:latin typeface="Playfair Display"/>
                <a:ea typeface="Playfair Display"/>
                <a:cs typeface="Playfair Display"/>
                <a:sym typeface="Playfair Display"/>
              </a:rPr>
              <a:t>customer loyalty </a:t>
            </a:r>
            <a:r>
              <a:rPr lang="en">
                <a:highlight>
                  <a:schemeClr val="dk1"/>
                </a:highlight>
              </a:rPr>
              <a:t>shows that this is the exact behavior that wins customers for the long term.</a:t>
            </a:r>
            <a:endParaRPr>
              <a:highlight>
                <a:schemeClr val="dk1"/>
              </a:highlight>
            </a:endParaRPr>
          </a:p>
          <a:p>
            <a:pPr indent="0" lvl="0" marL="0" rtl="0" algn="l">
              <a:spcBef>
                <a:spcPts val="0"/>
              </a:spcBef>
              <a:spcAft>
                <a:spcPts val="0"/>
              </a:spcAft>
              <a:buNone/>
            </a:pPr>
            <a:r>
              <a:rPr lang="en">
                <a:highlight>
                  <a:schemeClr val="dk1"/>
                </a:highlight>
              </a:rPr>
              <a:t>         </a:t>
            </a:r>
            <a:endParaRPr>
              <a:highlight>
                <a:schemeClr val="dk1"/>
              </a:highlight>
            </a:endParaRPr>
          </a:p>
          <a:p>
            <a:pPr indent="0" lvl="0" marL="0" rtl="0" algn="l">
              <a:spcBef>
                <a:spcPts val="0"/>
              </a:spcBef>
              <a:spcAft>
                <a:spcPts val="0"/>
              </a:spcAft>
              <a:buNone/>
            </a:pPr>
            <a:r>
              <a:rPr b="1" lang="en" u="sng">
                <a:highlight>
                  <a:schemeClr val="dk1"/>
                </a:highlight>
                <a:latin typeface="Playfair Display"/>
                <a:ea typeface="Playfair Display"/>
                <a:cs typeface="Playfair Display"/>
                <a:sym typeface="Playfair Display"/>
              </a:rPr>
              <a:t>Teaching is:</a:t>
            </a:r>
            <a:endParaRPr b="1" u="sng">
              <a:highlight>
                <a:schemeClr val="dk1"/>
              </a:highlight>
              <a:latin typeface="Playfair Display"/>
              <a:ea typeface="Playfair Display"/>
              <a:cs typeface="Playfair Display"/>
              <a:sym typeface="Playfair Display"/>
            </a:endParaRPr>
          </a:p>
          <a:p>
            <a:pPr indent="-304800" lvl="0" marL="457200" rtl="0" algn="l">
              <a:spcBef>
                <a:spcPts val="0"/>
              </a:spcBef>
              <a:spcAft>
                <a:spcPts val="0"/>
              </a:spcAft>
              <a:buSzPts val="1200"/>
              <a:buChar char="●"/>
            </a:pPr>
            <a:r>
              <a:rPr lang="en">
                <a:highlight>
                  <a:schemeClr val="dk1"/>
                </a:highlight>
              </a:rPr>
              <a:t>Offering unique perspectives on the customer’s business</a:t>
            </a:r>
            <a:endParaRPr>
              <a:highlight>
                <a:schemeClr val="dk1"/>
              </a:highlight>
            </a:endParaRPr>
          </a:p>
          <a:p>
            <a:pPr indent="-304800" lvl="0" marL="457200" rtl="0" algn="l">
              <a:spcBef>
                <a:spcPts val="0"/>
              </a:spcBef>
              <a:spcAft>
                <a:spcPts val="0"/>
              </a:spcAft>
              <a:buSzPts val="1200"/>
              <a:buChar char="●"/>
            </a:pPr>
            <a:r>
              <a:rPr lang="en">
                <a:highlight>
                  <a:schemeClr val="dk1"/>
                </a:highlight>
              </a:rPr>
              <a:t>Communicating with passion and precision</a:t>
            </a:r>
            <a:endParaRPr>
              <a:highlight>
                <a:schemeClr val="dk1"/>
              </a:highlight>
            </a:endParaRPr>
          </a:p>
          <a:p>
            <a:pPr indent="-304800" lvl="0" marL="457200" rtl="0" algn="l">
              <a:spcBef>
                <a:spcPts val="0"/>
              </a:spcBef>
              <a:spcAft>
                <a:spcPts val="0"/>
              </a:spcAft>
              <a:buSzPts val="1200"/>
              <a:buChar char="●"/>
            </a:pPr>
            <a:r>
              <a:rPr lang="en">
                <a:highlight>
                  <a:schemeClr val="dk1"/>
                </a:highlight>
              </a:rPr>
              <a:t>Drawing the customer into the conversation</a:t>
            </a:r>
            <a:endParaRPr>
              <a:highlight>
                <a:schemeClr val="dk1"/>
              </a:highlight>
            </a:endParaRPr>
          </a:p>
          <a:p>
            <a:pPr indent="-304800" lvl="0" marL="457200" rtl="0" algn="l">
              <a:spcBef>
                <a:spcPts val="0"/>
              </a:spcBef>
              <a:spcAft>
                <a:spcPts val="0"/>
              </a:spcAft>
              <a:buSzPts val="1200"/>
              <a:buChar char="●"/>
            </a:pPr>
            <a:r>
              <a:rPr lang="en">
                <a:highlight>
                  <a:schemeClr val="dk1"/>
                </a:highlight>
              </a:rPr>
              <a:t>The perspectives do not immediately nor directly apply to the Challengers’ products/services</a:t>
            </a:r>
            <a:endParaRPr>
              <a:highlight>
                <a:schemeClr val="dk1"/>
              </a:highlight>
            </a:endParaRPr>
          </a:p>
          <a:p>
            <a:pPr indent="-304800" lvl="0" marL="457200" rtl="0" algn="l">
              <a:spcBef>
                <a:spcPts val="0"/>
              </a:spcBef>
              <a:spcAft>
                <a:spcPts val="0"/>
              </a:spcAft>
              <a:buSzPts val="1200"/>
              <a:buChar char="●"/>
            </a:pPr>
            <a:r>
              <a:rPr lang="en">
                <a:highlight>
                  <a:schemeClr val="dk1"/>
                </a:highlight>
              </a:rPr>
              <a:t>They are derived from, and apply first and foremost to how the customer can compete more effectively in their market.</a:t>
            </a:r>
            <a:endParaRPr>
              <a:highlight>
                <a:schemeClr val="dk1"/>
              </a:highlight>
            </a:endParaRPr>
          </a:p>
          <a:p>
            <a:pPr indent="0" lvl="0" marL="0" rtl="0" algn="l">
              <a:spcBef>
                <a:spcPts val="0"/>
              </a:spcBef>
              <a:spcAft>
                <a:spcPts val="0"/>
              </a:spcAft>
              <a:buNone/>
            </a:pPr>
            <a:r>
              <a:t/>
            </a:r>
            <a:endParaRPr>
              <a:highlight>
                <a:schemeClr val="dk1"/>
              </a:highlight>
            </a:endParaRPr>
          </a:p>
          <a:p>
            <a:pPr indent="0" lvl="0" marL="0" rtl="0" algn="l">
              <a:spcBef>
                <a:spcPts val="0"/>
              </a:spcBef>
              <a:spcAft>
                <a:spcPts val="0"/>
              </a:spcAft>
              <a:buNone/>
            </a:pPr>
            <a:r>
              <a:rPr b="1" lang="en" u="sng">
                <a:highlight>
                  <a:schemeClr val="dk1"/>
                </a:highlight>
                <a:latin typeface="Playfair Display"/>
                <a:ea typeface="Playfair Display"/>
                <a:cs typeface="Playfair Display"/>
                <a:sym typeface="Playfair Display"/>
              </a:rPr>
              <a:t>Teaching becomes the insight customers can use to:</a:t>
            </a:r>
            <a:endParaRPr b="1" u="sng">
              <a:highlight>
                <a:schemeClr val="dk1"/>
              </a:highlight>
              <a:latin typeface="Playfair Display"/>
              <a:ea typeface="Playfair Display"/>
              <a:cs typeface="Playfair Display"/>
              <a:sym typeface="Playfair Display"/>
            </a:endParaRPr>
          </a:p>
          <a:p>
            <a:pPr indent="-304800" lvl="0" marL="457200" rtl="0" algn="l">
              <a:spcBef>
                <a:spcPts val="0"/>
              </a:spcBef>
              <a:spcAft>
                <a:spcPts val="0"/>
              </a:spcAft>
              <a:buSzPts val="1200"/>
              <a:buChar char="●"/>
            </a:pPr>
            <a:r>
              <a:rPr lang="en">
                <a:highlight>
                  <a:schemeClr val="dk1"/>
                </a:highlight>
              </a:rPr>
              <a:t>Free up operating expenses</a:t>
            </a:r>
            <a:endParaRPr>
              <a:highlight>
                <a:schemeClr val="dk1"/>
              </a:highlight>
            </a:endParaRPr>
          </a:p>
          <a:p>
            <a:pPr indent="-304800" lvl="0" marL="457200" rtl="0" algn="l">
              <a:spcBef>
                <a:spcPts val="0"/>
              </a:spcBef>
              <a:spcAft>
                <a:spcPts val="0"/>
              </a:spcAft>
              <a:buSzPts val="1200"/>
              <a:buChar char="●"/>
            </a:pPr>
            <a:r>
              <a:rPr lang="en">
                <a:highlight>
                  <a:schemeClr val="dk1"/>
                </a:highlight>
              </a:rPr>
              <a:t>Grow/Penetrate new markets</a:t>
            </a:r>
            <a:endParaRPr>
              <a:highlight>
                <a:schemeClr val="dk1"/>
              </a:highlight>
            </a:endParaRPr>
          </a:p>
          <a:p>
            <a:pPr indent="-304800" lvl="0" marL="457200" rtl="0" algn="l">
              <a:spcBef>
                <a:spcPts val="0"/>
              </a:spcBef>
              <a:spcAft>
                <a:spcPts val="0"/>
              </a:spcAft>
              <a:buSzPts val="1200"/>
              <a:buChar char="●"/>
            </a:pPr>
            <a:r>
              <a:rPr lang="en">
                <a:highlight>
                  <a:schemeClr val="dk1"/>
                </a:highlight>
              </a:rPr>
              <a:t>Reduced risk</a:t>
            </a:r>
            <a:endParaRPr>
              <a:highlight>
                <a:schemeClr val="dk1"/>
              </a:highlight>
            </a:endParaRPr>
          </a:p>
          <a:p>
            <a:pPr indent="0" lvl="0" marL="0" rtl="0" algn="l">
              <a:spcBef>
                <a:spcPts val="0"/>
              </a:spcBef>
              <a:spcAft>
                <a:spcPts val="0"/>
              </a:spcAft>
              <a:buNone/>
            </a:pPr>
            <a:r>
              <a:t/>
            </a:r>
            <a:endParaRPr>
              <a:highlight>
                <a:schemeClr val="dk1"/>
              </a:highlight>
            </a:endParaRPr>
          </a:p>
          <a:p>
            <a:pPr indent="0" lvl="0" marL="0" rtl="0" algn="l">
              <a:spcBef>
                <a:spcPts val="0"/>
              </a:spcBef>
              <a:spcAft>
                <a:spcPts val="0"/>
              </a:spcAft>
              <a:buNone/>
            </a:pPr>
            <a:r>
              <a:t/>
            </a:r>
            <a:endParaRPr>
              <a:highlight>
                <a:schemeClr val="dk1"/>
              </a:highlight>
            </a:endParaRPr>
          </a:p>
        </p:txBody>
      </p:sp>
      <p:sp>
        <p:nvSpPr>
          <p:cNvPr id="327" name="Google Shape;327;p53"/>
          <p:cNvSpPr txBox="1"/>
          <p:nvPr>
            <p:ph type="title"/>
          </p:nvPr>
        </p:nvSpPr>
        <p:spPr>
          <a:xfrm>
            <a:off x="0" y="0"/>
            <a:ext cx="4067700" cy="4029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 sz="2000">
                <a:solidFill>
                  <a:schemeClr val="dk1"/>
                </a:solidFill>
                <a:highlight>
                  <a:srgbClr val="00FFAF"/>
                </a:highlight>
                <a:latin typeface="Cinzel"/>
                <a:ea typeface="Cinzel"/>
                <a:cs typeface="Cinzel"/>
                <a:sym typeface="Cinzel"/>
              </a:rPr>
              <a:t>Teaching for differentiation</a:t>
            </a:r>
            <a:endParaRPr b="1" sz="2000">
              <a:solidFill>
                <a:schemeClr val="dk1"/>
              </a:solidFill>
              <a:highlight>
                <a:srgbClr val="00FFAF"/>
              </a:highlight>
              <a:latin typeface="Cinzel"/>
              <a:ea typeface="Cinzel"/>
              <a:cs typeface="Cinzel"/>
              <a:sym typeface="Cinzel"/>
            </a:endParaRPr>
          </a:p>
        </p:txBody>
      </p:sp>
      <p:sp>
        <p:nvSpPr>
          <p:cNvPr id="328" name="Google Shape;328;p53"/>
          <p:cNvSpPr txBox="1"/>
          <p:nvPr>
            <p:ph idx="1" type="body"/>
          </p:nvPr>
        </p:nvSpPr>
        <p:spPr>
          <a:xfrm>
            <a:off x="4067700" y="402900"/>
            <a:ext cx="5076300" cy="4740600"/>
          </a:xfrm>
          <a:prstGeom prst="rect">
            <a:avLst/>
          </a:prstGeom>
        </p:spPr>
        <p:txBody>
          <a:bodyPr anchorCtr="0" anchor="t" bIns="45700" lIns="91425" spcFirstLastPara="1" rIns="91425" wrap="square" tIns="45700">
            <a:normAutofit lnSpcReduction="10000"/>
          </a:bodyPr>
          <a:lstStyle/>
          <a:p>
            <a:pPr indent="0" lvl="0" marL="0" rtl="0" algn="l">
              <a:spcBef>
                <a:spcPts val="0"/>
              </a:spcBef>
              <a:spcAft>
                <a:spcPts val="0"/>
              </a:spcAft>
              <a:buNone/>
            </a:pPr>
            <a:r>
              <a:rPr b="1" lang="en" u="sng">
                <a:highlight>
                  <a:schemeClr val="dk1"/>
                </a:highlight>
                <a:latin typeface="Cinzel"/>
                <a:ea typeface="Cinzel"/>
                <a:cs typeface="Cinzel"/>
                <a:sym typeface="Cinzel"/>
              </a:rPr>
              <a:t>Teaching Coreography</a:t>
            </a:r>
            <a:endParaRPr b="1" u="sng">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AutoNum type="arabicPeriod"/>
            </a:pPr>
            <a:r>
              <a:rPr lang="en">
                <a:highlight>
                  <a:schemeClr val="dk1"/>
                </a:highlight>
                <a:latin typeface="Cinzel"/>
                <a:ea typeface="Cinzel"/>
                <a:cs typeface="Cinzel"/>
                <a:sym typeface="Cinzel"/>
              </a:rPr>
              <a:t>Identify unique benefits</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AutoNum type="arabicPeriod"/>
            </a:pPr>
            <a:r>
              <a:rPr lang="en">
                <a:highlight>
                  <a:schemeClr val="dk1"/>
                </a:highlight>
                <a:latin typeface="Cinzel"/>
                <a:ea typeface="Cinzel"/>
                <a:cs typeface="Cinzel"/>
                <a:sym typeface="Cinzel"/>
              </a:rPr>
              <a:t>Develop commercial </a:t>
            </a:r>
            <a:r>
              <a:rPr lang="en">
                <a:highlight>
                  <a:schemeClr val="dk1"/>
                </a:highlight>
                <a:latin typeface="Cinzel"/>
                <a:ea typeface="Cinzel"/>
                <a:cs typeface="Cinzel"/>
                <a:sym typeface="Cinzel"/>
              </a:rPr>
              <a:t>insights</a:t>
            </a:r>
            <a:r>
              <a:rPr lang="en">
                <a:highlight>
                  <a:schemeClr val="dk1"/>
                </a:highlight>
                <a:latin typeface="Cinzel"/>
                <a:ea typeface="Cinzel"/>
                <a:cs typeface="Cinzel"/>
                <a:sym typeface="Cinzel"/>
              </a:rPr>
              <a:t> that challenge customer thinking</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AutoNum type="arabicPeriod"/>
            </a:pPr>
            <a:r>
              <a:rPr lang="en">
                <a:highlight>
                  <a:schemeClr val="dk1"/>
                </a:highlight>
                <a:latin typeface="Cinzel"/>
                <a:ea typeface="Cinzel"/>
                <a:cs typeface="Cinzel"/>
                <a:sym typeface="Cinzel"/>
              </a:rPr>
              <a:t>Package commercial insights in compelling messages that “lead to”</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AutoNum type="arabicPeriod"/>
            </a:pPr>
            <a:r>
              <a:rPr lang="en">
                <a:highlight>
                  <a:schemeClr val="dk1"/>
                </a:highlight>
                <a:latin typeface="Cinzel"/>
                <a:ea typeface="Cinzel"/>
                <a:cs typeface="Cinzel"/>
                <a:sym typeface="Cinzel"/>
              </a:rPr>
              <a:t>Equip reps to  challenge customers</a:t>
            </a:r>
            <a:endParaRPr>
              <a:highlight>
                <a:schemeClr val="dk1"/>
              </a:highlight>
              <a:latin typeface="Cinzel"/>
              <a:ea typeface="Cinzel"/>
              <a:cs typeface="Cinzel"/>
              <a:sym typeface="Cinzel"/>
            </a:endParaRPr>
          </a:p>
          <a:p>
            <a:pPr indent="0" lvl="0" marL="0" rtl="0" algn="l">
              <a:spcBef>
                <a:spcPts val="0"/>
              </a:spcBef>
              <a:spcAft>
                <a:spcPts val="0"/>
              </a:spcAft>
              <a:buNone/>
            </a:pPr>
            <a:r>
              <a:rPr b="1" lang="en" u="sng">
                <a:highlight>
                  <a:schemeClr val="dk1"/>
                </a:highlight>
                <a:latin typeface="Cinzel"/>
                <a:ea typeface="Cinzel"/>
                <a:cs typeface="Cinzel"/>
                <a:sym typeface="Cinzel"/>
              </a:rPr>
              <a:t>While teaching is above all others . . . </a:t>
            </a:r>
            <a:endParaRPr b="1" u="sng">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the defining attribute of being a Challenger is the ability to tailor the teaching message:</a:t>
            </a:r>
            <a:r>
              <a:rPr lang="en">
                <a:highlight>
                  <a:schemeClr val="dk1"/>
                </a:highlight>
                <a:latin typeface="Cinzel"/>
                <a:ea typeface="Cinzel"/>
                <a:cs typeface="Cinzel"/>
                <a:sym typeface="Cinzel"/>
              </a:rPr>
              <a:t> </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to different types of customers</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to different individuals within the customer organization</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The Teaching Pitch requires tailoring.</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Tailoring relies on: </a:t>
            </a:r>
            <a:endParaRPr b="1">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the rep’s knowledge of the specific business priorities of the specific person, and persons they’re speaking with at any given moment</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What these people value the most </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the results they’re on the hook to deliver</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the various economic drivers most likely to affect those outcomes.</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p:txBody>
      </p:sp>
      <p:sp>
        <p:nvSpPr>
          <p:cNvPr id="329" name="Google Shape;329;p53"/>
          <p:cNvSpPr txBox="1"/>
          <p:nvPr>
            <p:ph type="title"/>
          </p:nvPr>
        </p:nvSpPr>
        <p:spPr>
          <a:xfrm>
            <a:off x="4472900" y="0"/>
            <a:ext cx="4067700" cy="4029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 sz="1800">
                <a:solidFill>
                  <a:schemeClr val="dk1"/>
                </a:solidFill>
                <a:highlight>
                  <a:srgbClr val="00FFAF"/>
                </a:highlight>
                <a:latin typeface="Cinzel"/>
                <a:ea typeface="Cinzel"/>
                <a:cs typeface="Cinzel"/>
                <a:sym typeface="Cinzel"/>
              </a:rPr>
              <a:t>Tailoring for </a:t>
            </a:r>
            <a:r>
              <a:rPr b="1" lang="en" sz="1800">
                <a:solidFill>
                  <a:schemeClr val="dk1"/>
                </a:solidFill>
                <a:highlight>
                  <a:srgbClr val="00FFAF"/>
                </a:highlight>
                <a:latin typeface="Cinzel"/>
                <a:ea typeface="Cinzel"/>
                <a:cs typeface="Cinzel"/>
                <a:sym typeface="Cinzel"/>
              </a:rPr>
              <a:t>resonance</a:t>
            </a:r>
            <a:endParaRPr b="1" sz="1800">
              <a:solidFill>
                <a:schemeClr val="dk1"/>
              </a:solidFill>
              <a:highlight>
                <a:srgbClr val="00FFAF"/>
              </a:highlight>
              <a:latin typeface="Cinzel"/>
              <a:ea typeface="Cinzel"/>
              <a:cs typeface="Cinzel"/>
              <a:sym typeface="Cinze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0" y="0"/>
            <a:ext cx="4061700" cy="3666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sz="2000"/>
              <a:t>Taking control of the sale</a:t>
            </a:r>
            <a:endParaRPr sz="2000"/>
          </a:p>
        </p:txBody>
      </p:sp>
      <p:sp>
        <p:nvSpPr>
          <p:cNvPr id="335" name="Google Shape;335;p54"/>
          <p:cNvSpPr txBox="1"/>
          <p:nvPr>
            <p:ph idx="1" type="body"/>
          </p:nvPr>
        </p:nvSpPr>
        <p:spPr>
          <a:xfrm>
            <a:off x="0" y="366600"/>
            <a:ext cx="4061700" cy="4776900"/>
          </a:xfrm>
          <a:prstGeom prst="rect">
            <a:avLst/>
          </a:prstGeom>
        </p:spPr>
        <p:txBody>
          <a:bodyPr anchorCtr="0" anchor="t" bIns="45700" lIns="91425" spcFirstLastPara="1" rIns="91425" wrap="square" tIns="45700">
            <a:normAutofit lnSpcReduction="10000"/>
          </a:bodyPr>
          <a:lstStyle/>
          <a:p>
            <a:pPr indent="0" lvl="0" marL="0" rtl="0" algn="l">
              <a:spcBef>
                <a:spcPts val="0"/>
              </a:spcBef>
              <a:spcAft>
                <a:spcPts val="0"/>
              </a:spcAft>
              <a:buNone/>
            </a:pPr>
            <a:r>
              <a:rPr b="1" lang="en">
                <a:latin typeface="Cinzel"/>
                <a:ea typeface="Cinzel"/>
                <a:cs typeface="Cinzel"/>
                <a:sym typeface="Cinzel"/>
              </a:rPr>
              <a:t>Assertiveness</a:t>
            </a:r>
            <a:endParaRPr b="1">
              <a:latin typeface="Cinzel"/>
              <a:ea typeface="Cinzel"/>
              <a:cs typeface="Cinzel"/>
              <a:sym typeface="Cinzel"/>
            </a:endParaRPr>
          </a:p>
          <a:p>
            <a:pPr indent="-304800" lvl="0" marL="457200" rtl="0" algn="l">
              <a:spcBef>
                <a:spcPts val="0"/>
              </a:spcBef>
              <a:spcAft>
                <a:spcPts val="0"/>
              </a:spcAft>
              <a:buSzPts val="1200"/>
              <a:buAutoNum type="arabicPeriod"/>
            </a:pPr>
            <a:r>
              <a:rPr lang="en"/>
              <a:t>Over pricing, and money </a:t>
            </a:r>
            <a:endParaRPr/>
          </a:p>
          <a:p>
            <a:pPr indent="-304800" lvl="0" marL="457200" rtl="0" algn="l">
              <a:spcBef>
                <a:spcPts val="0"/>
              </a:spcBef>
              <a:spcAft>
                <a:spcPts val="0"/>
              </a:spcAft>
              <a:buSzPts val="1200"/>
              <a:buAutoNum type="arabicPeriod"/>
            </a:pPr>
            <a:r>
              <a:rPr lang="en"/>
              <a:t>The customer’s thinking and the customer’s decision making cycle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“Stop wasting my time and teach me something new”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sets the best suppliers apart is not the quality of their products, but the value of their insight.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u="sng">
                <a:latin typeface="Cinzel"/>
                <a:ea typeface="Cinzel"/>
                <a:cs typeface="Cinzel"/>
                <a:sym typeface="Cinzel"/>
              </a:rPr>
              <a:t>INSIGHT is:</a:t>
            </a:r>
            <a:r>
              <a:rPr lang="en"/>
              <a:t> new ideas to help customers either make money or save money in ways they didn’t even know were possible.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will not win on the quality of the products, in a meaningful way at a </a:t>
            </a:r>
            <a:r>
              <a:rPr lang="en"/>
              <a:t>meaningful</a:t>
            </a:r>
            <a:r>
              <a:rPr lang="en"/>
              <a:t> scale, but instead through the quality of the insight you deliver as part of the sale.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Cinzel"/>
                <a:ea typeface="Cinzel"/>
                <a:cs typeface="Cinzel"/>
                <a:sym typeface="Cinzel"/>
              </a:rPr>
              <a:t>the best reps win that battle not by “discovering” what customers already know they need, but by teaching them a new way of thinking altogether.</a:t>
            </a:r>
            <a:endParaRPr b="1">
              <a:latin typeface="Cinzel"/>
              <a:ea typeface="Cinzel"/>
              <a:cs typeface="Cinzel"/>
              <a:sym typeface="Cinze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36" name="Google Shape;336;p54"/>
          <p:cNvSpPr txBox="1"/>
          <p:nvPr>
            <p:ph type="title"/>
          </p:nvPr>
        </p:nvSpPr>
        <p:spPr>
          <a:xfrm>
            <a:off x="4061650" y="1"/>
            <a:ext cx="5082300" cy="514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idx="1" type="body"/>
          </p:nvPr>
        </p:nvSpPr>
        <p:spPr>
          <a:xfrm>
            <a:off x="0" y="370500"/>
            <a:ext cx="4061700" cy="4773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 sz="1300" u="sng"/>
              <a:t>4 Key Rules</a:t>
            </a:r>
            <a:endParaRPr b="1" sz="1300" u="sng"/>
          </a:p>
          <a:p>
            <a:pPr indent="-311150" lvl="0" marL="457200" rtl="0" algn="l">
              <a:spcBef>
                <a:spcPts val="0"/>
              </a:spcBef>
              <a:spcAft>
                <a:spcPts val="0"/>
              </a:spcAft>
              <a:buSzPts val="1300"/>
              <a:buAutoNum type="arabicPeriod"/>
            </a:pPr>
            <a:r>
              <a:rPr b="1" lang="en" sz="1300"/>
              <a:t>Lead to your unique strengths.</a:t>
            </a:r>
            <a:endParaRPr b="1" sz="1300"/>
          </a:p>
          <a:p>
            <a:pPr indent="-311150" lvl="0" marL="457200" rtl="0" algn="l">
              <a:spcBef>
                <a:spcPts val="0"/>
              </a:spcBef>
              <a:spcAft>
                <a:spcPts val="0"/>
              </a:spcAft>
              <a:buSzPts val="1300"/>
              <a:buAutoNum type="arabicPeriod"/>
            </a:pPr>
            <a:r>
              <a:rPr b="1" lang="en" sz="1300"/>
              <a:t>Challenge customers’ assumptions.</a:t>
            </a:r>
            <a:endParaRPr b="1" sz="1300"/>
          </a:p>
          <a:p>
            <a:pPr indent="-311150" lvl="0" marL="457200" rtl="0" algn="l">
              <a:spcBef>
                <a:spcPts val="0"/>
              </a:spcBef>
              <a:spcAft>
                <a:spcPts val="0"/>
              </a:spcAft>
              <a:buSzPts val="1300"/>
              <a:buAutoNum type="arabicPeriod"/>
            </a:pPr>
            <a:r>
              <a:rPr b="1" lang="en" sz="1300"/>
              <a:t>Catalyze action.</a:t>
            </a:r>
            <a:endParaRPr b="1" sz="1300"/>
          </a:p>
          <a:p>
            <a:pPr indent="-311150" lvl="0" marL="457200" rtl="0" algn="l">
              <a:spcBef>
                <a:spcPts val="0"/>
              </a:spcBef>
              <a:spcAft>
                <a:spcPts val="0"/>
              </a:spcAft>
              <a:buSzPts val="1300"/>
              <a:buAutoNum type="arabicPeriod"/>
            </a:pPr>
            <a:r>
              <a:rPr b="1" lang="en" sz="1300"/>
              <a:t>Scale across customers</a:t>
            </a:r>
            <a:endParaRPr b="1" sz="1300"/>
          </a:p>
        </p:txBody>
      </p:sp>
      <p:sp>
        <p:nvSpPr>
          <p:cNvPr id="342" name="Google Shape;342;p55"/>
          <p:cNvSpPr txBox="1"/>
          <p:nvPr>
            <p:ph type="title"/>
          </p:nvPr>
        </p:nvSpPr>
        <p:spPr>
          <a:xfrm>
            <a:off x="75850" y="0"/>
            <a:ext cx="39858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1700"/>
              <a:t>Commercial</a:t>
            </a:r>
            <a:r>
              <a:rPr lang="en" sz="1700"/>
              <a:t> Teaching: Explained</a:t>
            </a:r>
            <a:endParaRPr sz="1700"/>
          </a:p>
        </p:txBody>
      </p:sp>
      <p:sp>
        <p:nvSpPr>
          <p:cNvPr id="343" name="Google Shape;343;p55"/>
          <p:cNvSpPr txBox="1"/>
          <p:nvPr>
            <p:ph idx="1" type="body"/>
          </p:nvPr>
        </p:nvSpPr>
        <p:spPr>
          <a:xfrm>
            <a:off x="4061650" y="370500"/>
            <a:ext cx="5082300" cy="4773000"/>
          </a:xfrm>
          <a:prstGeom prst="rect">
            <a:avLst/>
          </a:prstGeom>
        </p:spPr>
        <p:txBody>
          <a:bodyPr anchorCtr="0" anchor="t" bIns="45700" lIns="91425" spcFirstLastPara="1" rIns="91425" wrap="square" tIns="45700">
            <a:normAutofit lnSpcReduction="10000"/>
          </a:bodyPr>
          <a:lstStyle/>
          <a:p>
            <a:pPr indent="-304800" lvl="0" marL="457200" rtl="0" algn="l">
              <a:spcBef>
                <a:spcPts val="0"/>
              </a:spcBef>
              <a:spcAft>
                <a:spcPts val="0"/>
              </a:spcAft>
              <a:buClr>
                <a:schemeClr val="lt1"/>
              </a:buClr>
              <a:buSzPts val="1200"/>
              <a:buAutoNum type="arabicPeriod"/>
            </a:pPr>
            <a:r>
              <a:rPr lang="en">
                <a:solidFill>
                  <a:schemeClr val="lt1"/>
                </a:solidFill>
              </a:rPr>
              <a:t>It must tie directly back to some capability where you outperform your competitors.  If what you’re teaching inevitably leads back to what you do better than anyone else, then you’re in a much better position when it comes to winning the business.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The sweet spot of customer loyalty is outperforming your competitors on those things you’ve taught your customers are important. But you’ve only really succeeded when the customer asks, “Wow, how can I make that happen?” and you’re able to say, “Well, let me show you how we’re better able to help you make that happen than anyone else.” That’s the magical moment. </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Relevant insight</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Tied that insight to your unique solution</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Taught your customer not just to want help but to want your help</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b="1" lang="en" u="sng">
                <a:solidFill>
                  <a:schemeClr val="lt1"/>
                </a:solidFill>
              </a:rPr>
              <a:t>2 Important Caveats</a:t>
            </a:r>
            <a:endParaRPr b="1" u="sng">
              <a:solidFill>
                <a:schemeClr val="lt1"/>
              </a:solidFill>
            </a:endParaRPr>
          </a:p>
          <a:p>
            <a:pPr indent="-304800" lvl="0" marL="457200" rtl="0" algn="l">
              <a:spcBef>
                <a:spcPts val="0"/>
              </a:spcBef>
              <a:spcAft>
                <a:spcPts val="0"/>
              </a:spcAft>
              <a:buClr>
                <a:schemeClr val="lt1"/>
              </a:buClr>
              <a:buSzPts val="1200"/>
              <a:buAutoNum type="arabicPeriod"/>
            </a:pPr>
            <a:r>
              <a:rPr lang="en">
                <a:solidFill>
                  <a:schemeClr val="lt1"/>
                </a:solidFill>
              </a:rPr>
              <a:t>You’ve got to make sure that you actually can help, versus, “teaching your customer into the desert.” </a:t>
            </a:r>
            <a:endParaRPr>
              <a:solidFill>
                <a:schemeClr val="lt1"/>
              </a:solidFill>
            </a:endParaRPr>
          </a:p>
          <a:p>
            <a:pPr indent="-304800" lvl="0" marL="457200" rtl="0" algn="l">
              <a:spcBef>
                <a:spcPts val="0"/>
              </a:spcBef>
              <a:spcAft>
                <a:spcPts val="0"/>
              </a:spcAft>
              <a:buClr>
                <a:schemeClr val="lt1"/>
              </a:buClr>
              <a:buSzPts val="1200"/>
              <a:buAutoNum type="arabicPeriod"/>
            </a:pPr>
            <a:r>
              <a:rPr lang="en">
                <a:solidFill>
                  <a:schemeClr val="lt1"/>
                </a:solidFill>
              </a:rPr>
              <a:t>You actually have to know what your unique strengths are. Sure, it sounds obvious. As one marketing executive explained, “If I polled a hundred reps on our core value proposition, I’d get at least a hundred different answers.” </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344" name="Google Shape;344;p55"/>
          <p:cNvSpPr txBox="1"/>
          <p:nvPr>
            <p:ph type="title"/>
          </p:nvPr>
        </p:nvSpPr>
        <p:spPr>
          <a:xfrm>
            <a:off x="4061800" y="0"/>
            <a:ext cx="50823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1700"/>
              <a:t>#1: Lead to Your Unique Strengths</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6"/>
          <p:cNvSpPr txBox="1"/>
          <p:nvPr>
            <p:ph idx="1" type="body"/>
          </p:nvPr>
        </p:nvSpPr>
        <p:spPr>
          <a:xfrm>
            <a:off x="0" y="376500"/>
            <a:ext cx="4067700" cy="4767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solidFill>
                  <a:srgbClr val="35B9D8"/>
                </a:solidFill>
                <a:highlight>
                  <a:srgbClr val="F3FF00"/>
                </a:highlight>
              </a:rPr>
              <a:t>#1 is about connection between insight and seller</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#2 is about connection between insight and customer</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ctr">
              <a:spcBef>
                <a:spcPts val="0"/>
              </a:spcBef>
              <a:spcAft>
                <a:spcPts val="0"/>
              </a:spcAft>
              <a:buNone/>
            </a:pPr>
            <a:r>
              <a:rPr b="1" lang="en" u="sng">
                <a:solidFill>
                  <a:srgbClr val="35B9D8"/>
                </a:solidFill>
                <a:highlight>
                  <a:srgbClr val="F3FF00"/>
                </a:highlight>
                <a:latin typeface="Playfair Display"/>
                <a:ea typeface="Playfair Display"/>
                <a:cs typeface="Playfair Display"/>
                <a:sym typeface="Playfair Display"/>
              </a:rPr>
              <a:t>Reframe</a:t>
            </a:r>
            <a:r>
              <a:rPr lang="en">
                <a:solidFill>
                  <a:srgbClr val="35B9D8"/>
                </a:solidFill>
                <a:highlight>
                  <a:srgbClr val="F3FF00"/>
                </a:highlight>
              </a:rPr>
              <a:t>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What data, information, or insight can you put in front of your customer that reframes: </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The way they think about their business?</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How they operate? How they compete?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Customers want a rep who:</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Offers unique and valuable perspectives on the market	</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Helps me navigate alternatives</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Provides ongoing advice or consultation</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Helps me avoid potential land mines</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Educates me on new issues and outcomes</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p:txBody>
      </p:sp>
      <p:sp>
        <p:nvSpPr>
          <p:cNvPr id="350" name="Google Shape;350;p56"/>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a:solidFill>
                  <a:schemeClr val="dk1"/>
                </a:solidFill>
                <a:highlight>
                  <a:srgbClr val="00FFAF"/>
                </a:highlight>
                <a:latin typeface="Cinzel"/>
                <a:ea typeface="Cinzel"/>
                <a:cs typeface="Cinzel"/>
                <a:sym typeface="Cinzel"/>
              </a:rPr>
              <a:t>#2: Challenge Customers’ Assumptions</a:t>
            </a:r>
            <a:endParaRPr b="1">
              <a:solidFill>
                <a:schemeClr val="dk1"/>
              </a:solidFill>
              <a:highlight>
                <a:srgbClr val="00FFAF"/>
              </a:highlight>
              <a:latin typeface="Cinzel"/>
              <a:ea typeface="Cinzel"/>
              <a:cs typeface="Cinzel"/>
              <a:sym typeface="Cinzel"/>
            </a:endParaRPr>
          </a:p>
        </p:txBody>
      </p:sp>
      <p:sp>
        <p:nvSpPr>
          <p:cNvPr id="351" name="Google Shape;351;p56"/>
          <p:cNvSpPr txBox="1"/>
          <p:nvPr>
            <p:ph idx="1" type="body"/>
          </p:nvPr>
        </p:nvSpPr>
        <p:spPr>
          <a:xfrm>
            <a:off x="4067675" y="0"/>
            <a:ext cx="5076300" cy="5143500"/>
          </a:xfrm>
          <a:prstGeom prst="rect">
            <a:avLst/>
          </a:prstGeom>
        </p:spPr>
        <p:txBody>
          <a:bodyPr anchorCtr="0" anchor="t" bIns="45700" lIns="91425" spcFirstLastPara="1" rIns="91425" wrap="square" tIns="45700">
            <a:normAutofit lnSpcReduction="10000"/>
          </a:bodyPr>
          <a:lstStyle/>
          <a:p>
            <a:pPr indent="0" lvl="0" marL="0" rtl="0" algn="l">
              <a:spcBef>
                <a:spcPts val="0"/>
              </a:spcBef>
              <a:spcAft>
                <a:spcPts val="0"/>
              </a:spcAft>
              <a:buNone/>
            </a:pPr>
            <a:r>
              <a:rPr b="1" lang="en">
                <a:highlight>
                  <a:schemeClr val="dk1"/>
                </a:highlight>
                <a:latin typeface="Cinzel"/>
                <a:ea typeface="Cinzel"/>
                <a:cs typeface="Cinzel"/>
                <a:sym typeface="Cinzel"/>
              </a:rPr>
              <a:t>There’s vastly greater value in insight that changes or builds on what they know in ways they couldn’t have discovered on their own.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That kind of insight is not necessarily easy to achieve. You have to know your customers’ business better than they know it themselves.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It sounds like an impossibly high bar but the reality is that most suppliers actually do understand their customers’ business better than customers do themselves—when viewed specifically through the lens of that supplier’s capabilities.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Wherever the insight comes from, you’ll know if you’ve actually reframed your customer’s thinking based on their reaction. And this is where some reps really fall into a trap. Ironically, if your customer reacts to your sales pitch with something like, “Yes, I totally agree! That’s exactly what’s keeping me up at night!” well, then you’ve actually failed. you’ve found an issue or insight that resonates, but it doesn’t reframe. You haven’t actually taught them anything.</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In a Commercial Teaching approach, this is exactly where we find the biggest difference between companies who believe they do this well and those who actually do this well.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7"/>
          <p:cNvSpPr txBox="1"/>
          <p:nvPr>
            <p:ph type="title"/>
          </p:nvPr>
        </p:nvSpPr>
        <p:spPr>
          <a:xfrm>
            <a:off x="0" y="0"/>
            <a:ext cx="4061700" cy="3666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sz="2000"/>
              <a:t>#3 Catalyze Action</a:t>
            </a:r>
            <a:endParaRPr sz="2000"/>
          </a:p>
        </p:txBody>
      </p:sp>
      <p:sp>
        <p:nvSpPr>
          <p:cNvPr id="357" name="Google Shape;357;p57"/>
          <p:cNvSpPr txBox="1"/>
          <p:nvPr>
            <p:ph idx="1" type="body"/>
          </p:nvPr>
        </p:nvSpPr>
        <p:spPr>
          <a:xfrm>
            <a:off x="0" y="366600"/>
            <a:ext cx="4061700" cy="4776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58" name="Google Shape;358;p57"/>
          <p:cNvSpPr txBox="1"/>
          <p:nvPr>
            <p:ph type="title"/>
          </p:nvPr>
        </p:nvSpPr>
        <p:spPr>
          <a:xfrm>
            <a:off x="4061650" y="1"/>
            <a:ext cx="5082300" cy="514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
              <a:t>a well-executed teaching conversation isn’t about the supplier’s solution at all—at least not initially.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about the customer’s business, laying out an alternative means to either save money or make money they’d previously overlooked.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conversation like that, traditional ROI calculations prove useless because they’re focused on the wrong thing. Nearly every ROI calculator we know of is built to help customers calculate the return on buying the supplier’s solution.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you convince customers to take that action, you first have to show them why the insight you just shared with them merits any action at all.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that end, the best ROI calculators in a teaching approach have nothing to do with your solution at all. Rather, they help customers calculate the costs they’re incurring or the returns they’re forgoing by failing to act on the opportunity you’ve just taught them they’ve overlooked.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you’re going to build an ROI calculator, make sure it calculates the return on pursuing the reframe, not purchasing your products.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8"/>
          <p:cNvSpPr txBox="1"/>
          <p:nvPr>
            <p:ph idx="1" type="body"/>
          </p:nvPr>
        </p:nvSpPr>
        <p:spPr>
          <a:xfrm>
            <a:off x="0" y="370500"/>
            <a:ext cx="4061700" cy="47730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
              <a:t>From a tactical perspective, it’s not realistic or fair to expect your reps to understand their customers’ business better than they do themselves without at least some organizational support.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this approach to truly work, you need a small number of powerful insights that naturally lead to an even smaller number of unique solutions, all applicable across the broadest possible set of customers.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need scale. Commercial  Teaching is definitely not something you just want to leave in the hands of individual reps.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Commercial Teaching also requires you to think very differently about customer segmentation. While traditional segmentation schemes like geography, product silo, or industry vertical may be sufficient for sales rep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lt1"/>
                </a:solidFill>
              </a:rPr>
              <a:t>The companies that do best at this approach have learned to also segment customers by need or behavior.</a:t>
            </a:r>
            <a:r>
              <a:rPr lang="en"/>
              <a:t> If you can find a group of customers with similar needs—irrespective of where they are or what they sell—those customers will likely all react in a similar fashion to a common set of insights.</a:t>
            </a:r>
            <a:endParaRPr/>
          </a:p>
        </p:txBody>
      </p:sp>
      <p:sp>
        <p:nvSpPr>
          <p:cNvPr id="364" name="Google Shape;364;p58"/>
          <p:cNvSpPr txBox="1"/>
          <p:nvPr>
            <p:ph type="title"/>
          </p:nvPr>
        </p:nvSpPr>
        <p:spPr>
          <a:xfrm>
            <a:off x="75850" y="0"/>
            <a:ext cx="39858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2000"/>
              <a:t>#4: Scale Across Customers</a:t>
            </a:r>
            <a:endParaRPr sz="2000"/>
          </a:p>
        </p:txBody>
      </p:sp>
      <p:sp>
        <p:nvSpPr>
          <p:cNvPr id="365" name="Google Shape;365;p58"/>
          <p:cNvSpPr txBox="1"/>
          <p:nvPr>
            <p:ph idx="1" type="body"/>
          </p:nvPr>
        </p:nvSpPr>
        <p:spPr>
          <a:xfrm>
            <a:off x="4061650" y="0"/>
            <a:ext cx="5082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solidFill>
                  <a:schemeClr val="dk1"/>
                </a:solidFill>
              </a:rPr>
              <a:t>The common denominator for insight, in other words, isn’t geography or size, or industry. It’s a common set of needs.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lt1"/>
                </a:solidFill>
              </a:rPr>
              <a:t>The one thing every company that’s gone down this path has discovered is this: Needs analysis is not something you can afford to leave in the hands of your individual reps. If your reps’ primary goal going into a sales call is to “discover” the customer’s needs, you’ve lost the battle before you’ve even begun to fight, because, frankly, your customers don’t want to have that conversation.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Alternatively, Commercial Teaching equips reps to teach customers what they really need by challenging the way they think about their business altogether, providing them with new means to address their toughest problems in ways they would have never identified on their own.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Commercial Teaching must lead to your unique strengths, challenge customers’ assumptions, catalyze action, and scale across customers. but when these conditions are met, it works—phenomenally well, in fact. And the reason why, as we saw, is because more than anything else customers are looking to suppliers to challenge their thinking and teach them something they don’t know.</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9"/>
          <p:cNvSpPr txBox="1"/>
          <p:nvPr/>
        </p:nvSpPr>
        <p:spPr>
          <a:xfrm>
            <a:off x="156900" y="376875"/>
            <a:ext cx="8830200" cy="46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FFAF"/>
                </a:solidFill>
                <a:highlight>
                  <a:srgbClr val="D4AF37"/>
                </a:highlight>
                <a:latin typeface="Cinzel"/>
                <a:ea typeface="Cinzel"/>
                <a:cs typeface="Cinzel"/>
                <a:sym typeface="Cinzel"/>
              </a:rPr>
              <a:t>what does a “teaching conversation” actually sound like? </a:t>
            </a:r>
            <a:endParaRPr b="1">
              <a:solidFill>
                <a:srgbClr val="00FFAF"/>
              </a:solidFill>
              <a:highlight>
                <a:srgbClr val="D4AF37"/>
              </a:highlight>
              <a:latin typeface="Cinzel"/>
              <a:ea typeface="Cinzel"/>
              <a:cs typeface="Cinzel"/>
              <a:sym typeface="Cinzel"/>
            </a:endParaRPr>
          </a:p>
          <a:p>
            <a:pPr indent="0" lvl="0" marL="0" rtl="0" algn="l">
              <a:spcBef>
                <a:spcPts val="0"/>
              </a:spcBef>
              <a:spcAft>
                <a:spcPts val="0"/>
              </a:spcAft>
              <a:buNone/>
            </a:pPr>
            <a:r>
              <a:t/>
            </a:r>
            <a:endParaRPr b="1">
              <a:solidFill>
                <a:srgbClr val="00FFAF"/>
              </a:solidFill>
              <a:highlight>
                <a:srgbClr val="D4AF37"/>
              </a:highlight>
              <a:latin typeface="Cinzel"/>
              <a:ea typeface="Cinzel"/>
              <a:cs typeface="Cinzel"/>
              <a:sym typeface="Cinzel"/>
            </a:endParaRPr>
          </a:p>
          <a:p>
            <a:pPr indent="0" lvl="0" marL="0" rtl="0" algn="l">
              <a:spcBef>
                <a:spcPts val="0"/>
              </a:spcBef>
              <a:spcAft>
                <a:spcPts val="0"/>
              </a:spcAft>
              <a:buNone/>
            </a:pPr>
            <a:r>
              <a:rPr b="1" lang="en">
                <a:solidFill>
                  <a:srgbClr val="00FFAF"/>
                </a:solidFill>
                <a:highlight>
                  <a:srgbClr val="D4AF37"/>
                </a:highlight>
                <a:latin typeface="Cinzel"/>
                <a:ea typeface="Cinzel"/>
                <a:cs typeface="Cinzel"/>
                <a:sym typeface="Cinzel"/>
              </a:rPr>
              <a:t>It’s not just that Challengers teach that sets them apart, it’s the way that they teach that really matters most. World-class teaching conversations, it turns out, follow a very specific choreography, one that takes a traditional sales conversation and completely stands it on its head. </a:t>
            </a:r>
            <a:endParaRPr b="1">
              <a:solidFill>
                <a:srgbClr val="00FFAF"/>
              </a:solidFill>
              <a:highlight>
                <a:srgbClr val="D4AF37"/>
              </a:highlight>
              <a:latin typeface="Cinzel"/>
              <a:ea typeface="Cinzel"/>
              <a:cs typeface="Cinzel"/>
              <a:sym typeface="Cinzel"/>
            </a:endParaRPr>
          </a:p>
          <a:p>
            <a:pPr indent="-317500" lvl="0" marL="457200" rtl="0" algn="l">
              <a:spcBef>
                <a:spcPts val="0"/>
              </a:spcBef>
              <a:spcAft>
                <a:spcPts val="0"/>
              </a:spcAft>
              <a:buClr>
                <a:srgbClr val="00FFAF"/>
              </a:buClr>
              <a:buSzPts val="1400"/>
              <a:buFont typeface="Cinzel"/>
              <a:buChar char="●"/>
            </a:pPr>
            <a:r>
              <a:rPr b="1" lang="en">
                <a:solidFill>
                  <a:srgbClr val="00FFAF"/>
                </a:solidFill>
                <a:highlight>
                  <a:srgbClr val="D4AF37"/>
                </a:highlight>
                <a:latin typeface="Cinzel"/>
                <a:ea typeface="Cinzel"/>
                <a:cs typeface="Cinzel"/>
                <a:sym typeface="Cinzel"/>
              </a:rPr>
              <a:t>A very strong emotional component of a well-designed teaching pitch. </a:t>
            </a:r>
            <a:endParaRPr b="1">
              <a:solidFill>
                <a:srgbClr val="00FFAF"/>
              </a:solidFill>
              <a:highlight>
                <a:srgbClr val="D4AF37"/>
              </a:highlight>
              <a:latin typeface="Cinzel"/>
              <a:ea typeface="Cinzel"/>
              <a:cs typeface="Cinzel"/>
              <a:sym typeface="Cinzel"/>
            </a:endParaRPr>
          </a:p>
          <a:p>
            <a:pPr indent="-317500" lvl="0" marL="457200" rtl="0" algn="l">
              <a:spcBef>
                <a:spcPts val="0"/>
              </a:spcBef>
              <a:spcAft>
                <a:spcPts val="0"/>
              </a:spcAft>
              <a:buClr>
                <a:srgbClr val="00FFAF"/>
              </a:buClr>
              <a:buSzPts val="1400"/>
              <a:buFont typeface="Cinzel"/>
              <a:buChar char="●"/>
            </a:pPr>
            <a:r>
              <a:rPr b="1" lang="en">
                <a:solidFill>
                  <a:srgbClr val="00FFAF"/>
                </a:solidFill>
                <a:highlight>
                  <a:srgbClr val="D4AF37"/>
                </a:highlight>
                <a:latin typeface="Cinzel"/>
                <a:ea typeface="Cinzel"/>
                <a:cs typeface="Cinzel"/>
                <a:sym typeface="Cinzel"/>
              </a:rPr>
              <a:t>it’s about telling a compelling story. </a:t>
            </a:r>
            <a:endParaRPr b="1">
              <a:solidFill>
                <a:srgbClr val="00FFAF"/>
              </a:solidFill>
              <a:highlight>
                <a:srgbClr val="D4AF37"/>
              </a:highlight>
              <a:latin typeface="Cinzel"/>
              <a:ea typeface="Cinzel"/>
              <a:cs typeface="Cinzel"/>
              <a:sym typeface="Cinzel"/>
            </a:endParaRPr>
          </a:p>
          <a:p>
            <a:pPr indent="-317500" lvl="0" marL="457200" rtl="0" algn="l">
              <a:spcBef>
                <a:spcPts val="0"/>
              </a:spcBef>
              <a:spcAft>
                <a:spcPts val="0"/>
              </a:spcAft>
              <a:buClr>
                <a:srgbClr val="00FFAF"/>
              </a:buClr>
              <a:buSzPts val="1400"/>
              <a:buFont typeface="Cinzel"/>
              <a:buChar char="●"/>
            </a:pPr>
            <a:r>
              <a:rPr b="1" lang="en">
                <a:solidFill>
                  <a:srgbClr val="00FFAF"/>
                </a:solidFill>
                <a:highlight>
                  <a:srgbClr val="D4AF37"/>
                </a:highlight>
                <a:latin typeface="Cinzel"/>
                <a:ea typeface="Cinzel"/>
                <a:cs typeface="Cinzel"/>
                <a:sym typeface="Cinzel"/>
              </a:rPr>
              <a:t>there should be some real drama, perhaps a bit of suspense, and maybe even a surprise or two. U</a:t>
            </a:r>
            <a:endParaRPr b="1">
              <a:solidFill>
                <a:srgbClr val="00FFAF"/>
              </a:solidFill>
              <a:highlight>
                <a:srgbClr val="D4AF37"/>
              </a:highlight>
              <a:latin typeface="Cinzel"/>
              <a:ea typeface="Cinzel"/>
              <a:cs typeface="Cinzel"/>
              <a:sym typeface="Cinzel"/>
            </a:endParaRPr>
          </a:p>
          <a:p>
            <a:pPr indent="-317500" lvl="0" marL="457200" rtl="0" algn="l">
              <a:spcBef>
                <a:spcPts val="0"/>
              </a:spcBef>
              <a:spcAft>
                <a:spcPts val="0"/>
              </a:spcAft>
              <a:buClr>
                <a:srgbClr val="00FFAF"/>
              </a:buClr>
              <a:buSzPts val="1400"/>
              <a:buFont typeface="Cinzel"/>
              <a:buChar char="●"/>
            </a:pPr>
            <a:r>
              <a:rPr b="1" lang="en">
                <a:solidFill>
                  <a:srgbClr val="00FFAF"/>
                </a:solidFill>
                <a:highlight>
                  <a:srgbClr val="D4AF37"/>
                </a:highlight>
                <a:latin typeface="Cinzel"/>
                <a:ea typeface="Cinzel"/>
                <a:cs typeface="Cinzel"/>
                <a:sym typeface="Cinzel"/>
              </a:rPr>
              <a:t>the goal is to take customers on a roller-coaster ride</a:t>
            </a:r>
            <a:endParaRPr b="1">
              <a:solidFill>
                <a:srgbClr val="00FFAF"/>
              </a:solidFill>
              <a:highlight>
                <a:srgbClr val="D4AF37"/>
              </a:highlight>
              <a:latin typeface="Cinzel"/>
              <a:ea typeface="Cinzel"/>
              <a:cs typeface="Cinzel"/>
              <a:sym typeface="Cinzel"/>
            </a:endParaRPr>
          </a:p>
          <a:p>
            <a:pPr indent="-317500" lvl="0" marL="457200" rtl="0" algn="l">
              <a:spcBef>
                <a:spcPts val="0"/>
              </a:spcBef>
              <a:spcAft>
                <a:spcPts val="0"/>
              </a:spcAft>
              <a:buClr>
                <a:srgbClr val="00FFAF"/>
              </a:buClr>
              <a:buSzPts val="1400"/>
              <a:buFont typeface="Cinzel"/>
              <a:buChar char="●"/>
            </a:pPr>
            <a:r>
              <a:rPr b="1" lang="en">
                <a:solidFill>
                  <a:srgbClr val="00FFAF"/>
                </a:solidFill>
                <a:highlight>
                  <a:srgbClr val="D4AF37"/>
                </a:highlight>
                <a:latin typeface="Cinzel"/>
                <a:ea typeface="Cinzel"/>
                <a:cs typeface="Cinzel"/>
                <a:sym typeface="Cinzel"/>
              </a:rPr>
              <a:t>It starts with taking them to a rather dark place before showing them the light.</a:t>
            </a:r>
            <a:endParaRPr b="1">
              <a:solidFill>
                <a:srgbClr val="00FFAF"/>
              </a:solidFill>
              <a:highlight>
                <a:srgbClr val="D4AF37"/>
              </a:highlight>
              <a:latin typeface="Cinzel"/>
              <a:ea typeface="Cinzel"/>
              <a:cs typeface="Cinzel"/>
              <a:sym typeface="Cinzel"/>
            </a:endParaRPr>
          </a:p>
          <a:p>
            <a:pPr indent="0" lvl="0" marL="0" rtl="0" algn="l">
              <a:spcBef>
                <a:spcPts val="0"/>
              </a:spcBef>
              <a:spcAft>
                <a:spcPts val="0"/>
              </a:spcAft>
              <a:buNone/>
            </a:pPr>
            <a:r>
              <a:t/>
            </a:r>
            <a:endParaRPr b="1">
              <a:solidFill>
                <a:srgbClr val="00FFAF"/>
              </a:solidFill>
              <a:highlight>
                <a:srgbClr val="D4AF37"/>
              </a:highlight>
              <a:latin typeface="Cinzel"/>
              <a:ea typeface="Cinzel"/>
              <a:cs typeface="Cinzel"/>
              <a:sym typeface="Cinzel"/>
            </a:endParaRPr>
          </a:p>
          <a:p>
            <a:pPr indent="0" lvl="0" marL="0" rtl="0" algn="l">
              <a:spcBef>
                <a:spcPts val="0"/>
              </a:spcBef>
              <a:spcAft>
                <a:spcPts val="0"/>
              </a:spcAft>
              <a:buNone/>
            </a:pPr>
            <a:r>
              <a:rPr b="1" lang="en">
                <a:solidFill>
                  <a:srgbClr val="00FFAF"/>
                </a:solidFill>
                <a:highlight>
                  <a:srgbClr val="D4AF37"/>
                </a:highlight>
                <a:latin typeface="Cinzel"/>
                <a:ea typeface="Cinzel"/>
                <a:cs typeface="Cinzel"/>
                <a:sym typeface="Cinzel"/>
              </a:rPr>
              <a:t>your story needs to engage both sides of the brain simultaneously—the rational and the emotional.</a:t>
            </a:r>
            <a:endParaRPr b="1">
              <a:solidFill>
                <a:srgbClr val="00FFAF"/>
              </a:solidFill>
              <a:highlight>
                <a:srgbClr val="D4AF37"/>
              </a:highlight>
              <a:latin typeface="Cinzel"/>
              <a:ea typeface="Cinzel"/>
              <a:cs typeface="Cinzel"/>
              <a:sym typeface="Cinzel"/>
            </a:endParaRPr>
          </a:p>
          <a:p>
            <a:pPr indent="0" lvl="0" marL="0" rtl="0" algn="l">
              <a:spcBef>
                <a:spcPts val="0"/>
              </a:spcBef>
              <a:spcAft>
                <a:spcPts val="0"/>
              </a:spcAft>
              <a:buNone/>
            </a:pPr>
            <a:r>
              <a:t/>
            </a:r>
            <a:endParaRPr b="1">
              <a:solidFill>
                <a:srgbClr val="00FFAF"/>
              </a:solidFill>
              <a:highlight>
                <a:srgbClr val="D4AF37"/>
              </a:highlight>
              <a:latin typeface="Cinzel"/>
              <a:ea typeface="Cinzel"/>
              <a:cs typeface="Cinzel"/>
              <a:sym typeface="Cinzel"/>
            </a:endParaRPr>
          </a:p>
          <a:p>
            <a:pPr indent="0" lvl="0" marL="0" rtl="0" algn="l">
              <a:spcBef>
                <a:spcPts val="0"/>
              </a:spcBef>
              <a:spcAft>
                <a:spcPts val="0"/>
              </a:spcAft>
              <a:buNone/>
            </a:pPr>
            <a:r>
              <a:rPr b="1" lang="en">
                <a:solidFill>
                  <a:srgbClr val="00FFAF"/>
                </a:solidFill>
                <a:highlight>
                  <a:srgbClr val="D4AF37"/>
                </a:highlight>
                <a:latin typeface="Cinzel"/>
                <a:ea typeface="Cinzel"/>
                <a:cs typeface="Cinzel"/>
                <a:sym typeface="Cinzel"/>
              </a:rPr>
              <a:t>it’s too easy for your customer to make no decision even over a good decision, as logic alone is rarely enough to overcome the status quo. Disruptive change is as much about following your gut as it is about following your head.</a:t>
            </a:r>
            <a:endParaRPr b="1">
              <a:solidFill>
                <a:srgbClr val="00FFAF"/>
              </a:solidFill>
              <a:highlight>
                <a:srgbClr val="D4AF37"/>
              </a:highlight>
              <a:latin typeface="Cinzel"/>
              <a:ea typeface="Cinzel"/>
              <a:cs typeface="Cinzel"/>
              <a:sym typeface="Cinzel"/>
            </a:endParaRPr>
          </a:p>
        </p:txBody>
      </p:sp>
      <p:sp>
        <p:nvSpPr>
          <p:cNvPr id="371" name="Google Shape;371;p59"/>
          <p:cNvSpPr txBox="1"/>
          <p:nvPr/>
        </p:nvSpPr>
        <p:spPr>
          <a:xfrm>
            <a:off x="2679050" y="0"/>
            <a:ext cx="4380000" cy="37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D4AF37"/>
                </a:solidFill>
                <a:highlight>
                  <a:srgbClr val="00FFAF"/>
                </a:highlight>
                <a:latin typeface="Cinzel"/>
                <a:ea typeface="Cinzel"/>
                <a:cs typeface="Cinzel"/>
                <a:sym typeface="Cinzel"/>
              </a:rPr>
              <a:t>Teaching Pitch: Summarized</a:t>
            </a:r>
            <a:endParaRPr b="1" sz="1800">
              <a:solidFill>
                <a:srgbClr val="D4AF37"/>
              </a:solidFill>
              <a:highlight>
                <a:srgbClr val="00FFAF"/>
              </a:highlight>
              <a:latin typeface="Cinzel"/>
              <a:ea typeface="Cinzel"/>
              <a:cs typeface="Cinzel"/>
              <a:sym typeface="Cinz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0"/>
          <p:cNvSpPr txBox="1"/>
          <p:nvPr/>
        </p:nvSpPr>
        <p:spPr>
          <a:xfrm>
            <a:off x="2679050" y="0"/>
            <a:ext cx="4380000" cy="37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D4AF37"/>
                </a:solidFill>
                <a:highlight>
                  <a:srgbClr val="00FFAF"/>
                </a:highlight>
                <a:latin typeface="Cinzel"/>
                <a:ea typeface="Cinzel"/>
                <a:cs typeface="Cinzel"/>
                <a:sym typeface="Cinzel"/>
              </a:rPr>
              <a:t>Teaching Pitch: Visualized</a:t>
            </a:r>
            <a:endParaRPr b="1" sz="2100">
              <a:solidFill>
                <a:srgbClr val="D4AF37"/>
              </a:solidFill>
              <a:highlight>
                <a:srgbClr val="00FFAF"/>
              </a:highlight>
              <a:latin typeface="Cinzel"/>
              <a:ea typeface="Cinzel"/>
              <a:cs typeface="Cinzel"/>
              <a:sym typeface="Cinzel"/>
            </a:endParaRPr>
          </a:p>
        </p:txBody>
      </p:sp>
      <p:pic>
        <p:nvPicPr>
          <p:cNvPr id="377" name="Google Shape;377;p60"/>
          <p:cNvPicPr preferRelativeResize="0"/>
          <p:nvPr/>
        </p:nvPicPr>
        <p:blipFill>
          <a:blip r:embed="rId3">
            <a:alphaModFix/>
          </a:blip>
          <a:stretch>
            <a:fillRect/>
          </a:stretch>
        </p:blipFill>
        <p:spPr>
          <a:xfrm>
            <a:off x="1819275" y="457200"/>
            <a:ext cx="6657993" cy="44619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1"/>
          <p:cNvSpPr txBox="1"/>
          <p:nvPr>
            <p:ph idx="1" type="body"/>
          </p:nvPr>
        </p:nvSpPr>
        <p:spPr>
          <a:xfrm>
            <a:off x="0" y="376500"/>
            <a:ext cx="4067700" cy="4767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p:txBody>
      </p:sp>
      <p:sp>
        <p:nvSpPr>
          <p:cNvPr id="383" name="Google Shape;383;p61"/>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2000">
                <a:solidFill>
                  <a:schemeClr val="dk1"/>
                </a:solidFill>
                <a:highlight>
                  <a:srgbClr val="00FFAF"/>
                </a:highlight>
                <a:latin typeface="Cinzel"/>
                <a:ea typeface="Cinzel"/>
                <a:cs typeface="Cinzel"/>
                <a:sym typeface="Cinzel"/>
              </a:rPr>
              <a:t>Teaching Pitch: Step #1</a:t>
            </a:r>
            <a:endParaRPr b="1" sz="2000">
              <a:solidFill>
                <a:schemeClr val="dk1"/>
              </a:solidFill>
              <a:highlight>
                <a:srgbClr val="00FFAF"/>
              </a:highlight>
              <a:latin typeface="Cinzel"/>
              <a:ea typeface="Cinzel"/>
              <a:cs typeface="Cinzel"/>
              <a:sym typeface="Cinzel"/>
            </a:endParaRPr>
          </a:p>
        </p:txBody>
      </p:sp>
      <p:sp>
        <p:nvSpPr>
          <p:cNvPr id="384" name="Google Shape;384;p61"/>
          <p:cNvSpPr txBox="1"/>
          <p:nvPr>
            <p:ph idx="1" type="body"/>
          </p:nvPr>
        </p:nvSpPr>
        <p:spPr>
          <a:xfrm>
            <a:off x="4067675" y="0"/>
            <a:ext cx="5076300" cy="5143500"/>
          </a:xfrm>
          <a:prstGeom prst="rect">
            <a:avLst/>
          </a:prstGeom>
        </p:spPr>
        <p:txBody>
          <a:bodyPr anchorCtr="0" anchor="t" bIns="45700" lIns="91425" spcFirstLastPara="1" rIns="91425" wrap="square" tIns="45700">
            <a:normAutofit fontScale="92500" lnSpcReduction="20000"/>
          </a:bodyPr>
          <a:lstStyle/>
          <a:p>
            <a:pPr indent="0" lvl="0" marL="0" rtl="0" algn="l">
              <a:spcBef>
                <a:spcPts val="0"/>
              </a:spcBef>
              <a:spcAft>
                <a:spcPts val="0"/>
              </a:spcAft>
              <a:buNone/>
            </a:pPr>
            <a:r>
              <a:rPr lang="en">
                <a:highlight>
                  <a:schemeClr val="dk1"/>
                </a:highlight>
                <a:latin typeface="Cinzel"/>
                <a:ea typeface="Cinzel"/>
                <a:cs typeface="Cinzel"/>
                <a:sym typeface="Cinzel"/>
              </a:rPr>
              <a:t>After initial formalities . .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 </a:t>
            </a:r>
            <a:endParaRPr>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a well-designed teaching pitch starts off with your assessment of your customer’s key challenges:</a:t>
            </a:r>
            <a:r>
              <a:rPr lang="en">
                <a:highlight>
                  <a:schemeClr val="dk1"/>
                </a:highlight>
                <a:latin typeface="Cinzel"/>
                <a:ea typeface="Cinzel"/>
                <a:cs typeface="Cinzel"/>
                <a:sym typeface="Cinzel"/>
              </a:rPr>
              <a:t> </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lang="en">
                <a:highlight>
                  <a:schemeClr val="dk1"/>
                </a:highlight>
                <a:latin typeface="Cinzel"/>
                <a:ea typeface="Cinzel"/>
                <a:cs typeface="Cinzel"/>
                <a:sym typeface="Cinzel"/>
              </a:rPr>
              <a:t>Rather than asking, “What’s keeping you up at night?” you lay out what you’re seeing and hearing as key challenges at similar companies</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lang="en">
                <a:highlight>
                  <a:schemeClr val="dk1"/>
                </a:highlight>
                <a:latin typeface="Cinzel"/>
                <a:ea typeface="Cinzel"/>
                <a:cs typeface="Cinzel"/>
                <a:sym typeface="Cinzel"/>
              </a:rPr>
              <a:t>provide benchmarking data. </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lang="en">
                <a:highlight>
                  <a:schemeClr val="dk1"/>
                </a:highlight>
                <a:latin typeface="Cinzel"/>
                <a:ea typeface="Cinzel"/>
                <a:cs typeface="Cinzel"/>
                <a:sym typeface="Cinzel"/>
              </a:rPr>
              <a:t>At the very least, this is where you share anecdotes from other companies that capture the challenges most likely of highest concern to your customer in ways that corroborate their own experience. </a:t>
            </a:r>
            <a:endParaRPr>
              <a:highlight>
                <a:schemeClr val="dk1"/>
              </a:highlight>
              <a:latin typeface="Cinzel"/>
              <a:ea typeface="Cinzel"/>
              <a:cs typeface="Cinzel"/>
              <a:sym typeface="Cinzel"/>
            </a:endParaRPr>
          </a:p>
          <a:p>
            <a:pPr indent="-299085" lvl="1" marL="914400" rtl="0" algn="l">
              <a:spcBef>
                <a:spcPts val="0"/>
              </a:spcBef>
              <a:spcAft>
                <a:spcPts val="0"/>
              </a:spcAft>
              <a:buSzPct val="100000"/>
              <a:buFont typeface="Cinzel"/>
              <a:buChar char="○"/>
            </a:pPr>
            <a:r>
              <a:rPr lang="en">
                <a:highlight>
                  <a:schemeClr val="dk1"/>
                </a:highlight>
                <a:latin typeface="Cinzel"/>
                <a:ea typeface="Cinzel"/>
                <a:cs typeface="Cinzel"/>
                <a:sym typeface="Cinzel"/>
              </a:rPr>
              <a:t>Do not underestimate the power of letting them</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lang="en">
                <a:highlight>
                  <a:schemeClr val="dk1"/>
                </a:highlight>
                <a:latin typeface="Cinzel"/>
                <a:ea typeface="Cinzel"/>
                <a:cs typeface="Cinzel"/>
                <a:sym typeface="Cinzel"/>
              </a:rPr>
              <a:t>Get their reaction</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It should look &amp; sound something like . . .</a:t>
            </a:r>
            <a:endParaRPr b="1">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“We’ve worked with a number of companies similar to yours, and we’ve found that these three challenges come up again and again as by far the most troubling. Is that what you’re seeing too, or would you add something else to the list?</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b="1" lang="en">
                <a:highlight>
                  <a:schemeClr val="dk1"/>
                </a:highlight>
                <a:latin typeface="Cinzel"/>
                <a:ea typeface="Cinzel"/>
                <a:cs typeface="Cinzel"/>
                <a:sym typeface="Cinzel"/>
              </a:rPr>
              <a:t>Goal: </a:t>
            </a:r>
            <a:r>
              <a:rPr lang="en">
                <a:highlight>
                  <a:schemeClr val="dk1"/>
                </a:highlight>
                <a:latin typeface="Cinzel"/>
                <a:ea typeface="Cinzel"/>
                <a:cs typeface="Cinzel"/>
                <a:sym typeface="Cinzel"/>
              </a:rPr>
              <a:t>build credibility.“I understand your world,” and “I’m not here to waste your time asking you to teach me about your business.”  </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lang="en">
                <a:highlight>
                  <a:schemeClr val="dk1"/>
                </a:highlight>
                <a:latin typeface="Cinzel"/>
                <a:ea typeface="Cinzel"/>
                <a:cs typeface="Cinzel"/>
                <a:sym typeface="Cinzel"/>
              </a:rPr>
              <a:t>“</a:t>
            </a:r>
            <a:r>
              <a:rPr b="1" lang="en">
                <a:highlight>
                  <a:schemeClr val="dk1"/>
                </a:highlight>
                <a:latin typeface="Cinzel"/>
                <a:ea typeface="Cinzel"/>
                <a:cs typeface="Cinzel"/>
                <a:sym typeface="Cinzel"/>
              </a:rPr>
              <a:t>Hypothesis-Based Selling”: </a:t>
            </a:r>
            <a:r>
              <a:rPr lang="en">
                <a:highlight>
                  <a:schemeClr val="dk1"/>
                </a:highlight>
                <a:latin typeface="Cinzel"/>
                <a:ea typeface="Cinzel"/>
                <a:cs typeface="Cinzel"/>
                <a:sym typeface="Cinzel"/>
              </a:rPr>
              <a:t>lead with hypotheses of customers’ needs, informed by your own experience and research. </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Char char="●"/>
            </a:pPr>
            <a:r>
              <a:rPr lang="en">
                <a:highlight>
                  <a:schemeClr val="dk1"/>
                </a:highlight>
                <a:latin typeface="Cinzel"/>
                <a:ea typeface="Cinzel"/>
                <a:cs typeface="Cinzel"/>
                <a:sym typeface="Cinzel"/>
              </a:rPr>
              <a:t>Customers suffering from “solutions fatigue” love it not only because it makes the entire sale both faster and easier for them, but because it feels much more like a “get” than a “give”—they get your informed perspective rather than having to educate you with information you should have been able to figure out on your own.</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2"/>
          <p:cNvSpPr txBox="1"/>
          <p:nvPr>
            <p:ph type="title"/>
          </p:nvPr>
        </p:nvSpPr>
        <p:spPr>
          <a:xfrm>
            <a:off x="0" y="0"/>
            <a:ext cx="4061700" cy="366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 sz="1500"/>
              <a:t>Teaching Pitch: Step #2 The Reframe</a:t>
            </a:r>
            <a:endParaRPr sz="1500"/>
          </a:p>
        </p:txBody>
      </p:sp>
      <p:sp>
        <p:nvSpPr>
          <p:cNvPr id="390" name="Google Shape;390;p62"/>
          <p:cNvSpPr txBox="1"/>
          <p:nvPr>
            <p:ph idx="1" type="body"/>
          </p:nvPr>
        </p:nvSpPr>
        <p:spPr>
          <a:xfrm>
            <a:off x="0" y="366600"/>
            <a:ext cx="4061700" cy="4776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sz="1400">
                <a:solidFill>
                  <a:srgbClr val="F3FF00"/>
                </a:solidFill>
                <a:highlight>
                  <a:srgbClr val="D83A3A"/>
                </a:highlight>
              </a:rPr>
              <a:t>Building off the challenges the customer acknowledged in step 1 . . .</a:t>
            </a:r>
            <a:endParaRPr sz="1400">
              <a:solidFill>
                <a:srgbClr val="F3FF00"/>
              </a:solidFill>
              <a:highlight>
                <a:srgbClr val="D83A3A"/>
              </a:highlight>
            </a:endParaRPr>
          </a:p>
          <a:p>
            <a:pPr indent="0" lvl="0" marL="0" rtl="0" algn="l">
              <a:spcBef>
                <a:spcPts val="0"/>
              </a:spcBef>
              <a:spcAft>
                <a:spcPts val="0"/>
              </a:spcAft>
              <a:buNone/>
            </a:pPr>
            <a:r>
              <a:t/>
            </a:r>
            <a:endParaRPr sz="1400">
              <a:solidFill>
                <a:srgbClr val="F3FF00"/>
              </a:solidFill>
              <a:highlight>
                <a:srgbClr val="D83A3A"/>
              </a:highlight>
            </a:endParaRPr>
          </a:p>
          <a:p>
            <a:pPr indent="0" lvl="0" marL="0" rtl="0" algn="ctr">
              <a:spcBef>
                <a:spcPts val="0"/>
              </a:spcBef>
              <a:spcAft>
                <a:spcPts val="0"/>
              </a:spcAft>
              <a:buNone/>
            </a:pPr>
            <a:r>
              <a:rPr b="1" lang="en" sz="1400" u="sng">
                <a:solidFill>
                  <a:srgbClr val="F3FF00"/>
                </a:solidFill>
                <a:highlight>
                  <a:srgbClr val="D83A3A"/>
                </a:highlight>
                <a:latin typeface="Cinzel"/>
                <a:ea typeface="Cinzel"/>
                <a:cs typeface="Cinzel"/>
                <a:sym typeface="Cinzel"/>
              </a:rPr>
              <a:t>THE REFRAME</a:t>
            </a:r>
            <a:endParaRPr b="1" sz="1400" u="sng">
              <a:solidFill>
                <a:srgbClr val="F3FF00"/>
              </a:solidFill>
              <a:highlight>
                <a:srgbClr val="D83A3A"/>
              </a:highlight>
              <a:latin typeface="Cinzel"/>
              <a:ea typeface="Cinzel"/>
              <a:cs typeface="Cinzel"/>
              <a:sym typeface="Cinzel"/>
            </a:endParaRPr>
          </a:p>
          <a:p>
            <a:pPr indent="0" lvl="0" marL="0" rtl="0" algn="l">
              <a:spcBef>
                <a:spcPts val="0"/>
              </a:spcBef>
              <a:spcAft>
                <a:spcPts val="0"/>
              </a:spcAft>
              <a:buNone/>
            </a:pPr>
            <a:r>
              <a:rPr lang="en" sz="1400">
                <a:solidFill>
                  <a:srgbClr val="F3FF00"/>
                </a:solidFill>
                <a:highlight>
                  <a:srgbClr val="D83A3A"/>
                </a:highlight>
              </a:rPr>
              <a:t>Intro a new perspective that connects those challenges to either: </a:t>
            </a:r>
            <a:endParaRPr sz="1400">
              <a:solidFill>
                <a:srgbClr val="F3FF00"/>
              </a:solidFill>
              <a:highlight>
                <a:srgbClr val="D83A3A"/>
              </a:highlight>
            </a:endParaRPr>
          </a:p>
          <a:p>
            <a:pPr indent="-317500" lvl="0" marL="457200" rtl="0" algn="l">
              <a:spcBef>
                <a:spcPts val="0"/>
              </a:spcBef>
              <a:spcAft>
                <a:spcPts val="0"/>
              </a:spcAft>
              <a:buClr>
                <a:srgbClr val="F3FF00"/>
              </a:buClr>
              <a:buSzPts val="1400"/>
              <a:buChar char="●"/>
            </a:pPr>
            <a:r>
              <a:rPr lang="en" sz="1400">
                <a:solidFill>
                  <a:srgbClr val="F3FF00"/>
                </a:solidFill>
                <a:highlight>
                  <a:srgbClr val="D83A3A"/>
                </a:highlight>
              </a:rPr>
              <a:t>a bigger problem </a:t>
            </a:r>
            <a:endParaRPr sz="1400">
              <a:solidFill>
                <a:srgbClr val="F3FF00"/>
              </a:solidFill>
              <a:highlight>
                <a:srgbClr val="D83A3A"/>
              </a:highlight>
            </a:endParaRPr>
          </a:p>
          <a:p>
            <a:pPr indent="-317500" lvl="0" marL="457200" rtl="0" algn="l">
              <a:spcBef>
                <a:spcPts val="0"/>
              </a:spcBef>
              <a:spcAft>
                <a:spcPts val="0"/>
              </a:spcAft>
              <a:buClr>
                <a:srgbClr val="F3FF00"/>
              </a:buClr>
              <a:buSzPts val="1400"/>
              <a:buChar char="●"/>
            </a:pPr>
            <a:r>
              <a:rPr lang="en" sz="1400">
                <a:solidFill>
                  <a:srgbClr val="F3FF00"/>
                </a:solidFill>
                <a:highlight>
                  <a:srgbClr val="D83A3A"/>
                </a:highlight>
              </a:rPr>
              <a:t>a bigger opportunity </a:t>
            </a:r>
            <a:endParaRPr sz="1400">
              <a:solidFill>
                <a:srgbClr val="F3FF00"/>
              </a:solidFill>
              <a:highlight>
                <a:srgbClr val="D83A3A"/>
              </a:highlight>
            </a:endParaRPr>
          </a:p>
          <a:p>
            <a:pPr indent="0" lvl="0" marL="0" rtl="0" algn="l">
              <a:spcBef>
                <a:spcPts val="0"/>
              </a:spcBef>
              <a:spcAft>
                <a:spcPts val="0"/>
              </a:spcAft>
              <a:buNone/>
            </a:pPr>
            <a:r>
              <a:rPr lang="en" sz="1400">
                <a:solidFill>
                  <a:srgbClr val="F3FF00"/>
                </a:solidFill>
                <a:highlight>
                  <a:srgbClr val="D83A3A"/>
                </a:highlight>
              </a:rPr>
              <a:t>than they ever realized they had. </a:t>
            </a:r>
            <a:endParaRPr sz="1400">
              <a:solidFill>
                <a:srgbClr val="F3FF00"/>
              </a:solidFill>
              <a:highlight>
                <a:srgbClr val="D83A3A"/>
              </a:highlight>
            </a:endParaRPr>
          </a:p>
        </p:txBody>
      </p:sp>
      <p:sp>
        <p:nvSpPr>
          <p:cNvPr id="391" name="Google Shape;391;p62"/>
          <p:cNvSpPr txBox="1"/>
          <p:nvPr>
            <p:ph type="title"/>
          </p:nvPr>
        </p:nvSpPr>
        <p:spPr>
          <a:xfrm>
            <a:off x="4061650" y="1"/>
            <a:ext cx="5082300" cy="514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Remember, the reaction you’re looking for here is definitively not, “Yes! I totally agree! That’s exactly what we’re working on!”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Cinzel"/>
                <a:ea typeface="Cinzel"/>
                <a:cs typeface="Cinzel"/>
                <a:sym typeface="Cinzel"/>
              </a:rPr>
              <a:t>rather</a:t>
            </a:r>
            <a:r>
              <a:rPr lang="en"/>
              <a:t>, “Huh, I never thought of it that way before.”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 customer’s first reaction to your insight is enthusiastic agreement, then you haven’t actually taught them anything. </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that’s a dangerous place to be.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Doing this is actually bad for two reasons. </a:t>
            </a:r>
            <a:endParaRPr/>
          </a:p>
          <a:p>
            <a:pPr indent="-308610" lvl="0" marL="457200" rtl="0" algn="l">
              <a:spcBef>
                <a:spcPts val="0"/>
              </a:spcBef>
              <a:spcAft>
                <a:spcPts val="0"/>
              </a:spcAft>
              <a:buSzPct val="100000"/>
              <a:buAutoNum type="arabicPeriod"/>
            </a:pPr>
            <a:r>
              <a:rPr lang="en"/>
              <a:t>if you fail to provide unique insight, then you fail to provide unique value. </a:t>
            </a:r>
            <a:endParaRPr/>
          </a:p>
          <a:p>
            <a:pPr indent="-308610" lvl="0" marL="457200" rtl="0" algn="l">
              <a:spcBef>
                <a:spcPts val="0"/>
              </a:spcBef>
              <a:spcAft>
                <a:spcPts val="0"/>
              </a:spcAft>
              <a:buSzPct val="100000"/>
              <a:buAutoNum type="arabicPeriod"/>
            </a:pPr>
            <a:r>
              <a:rPr lang="en"/>
              <a:t>if your customers have already begun to consider possible solutions, you’ve lost a significant opportunity to skew their thinking toward your solution.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like failing to get ahead of the RFP:</a:t>
            </a:r>
            <a:endParaRPr/>
          </a:p>
          <a:p>
            <a:pPr indent="-308610" lvl="0" marL="457200" rtl="0" algn="l">
              <a:spcBef>
                <a:spcPts val="0"/>
              </a:spcBef>
              <a:spcAft>
                <a:spcPts val="0"/>
              </a:spcAft>
              <a:buSzPct val="100000"/>
              <a:buChar char="●"/>
            </a:pPr>
            <a:r>
              <a:rPr lang="en"/>
              <a:t>You’re responding to customers’ needs </a:t>
            </a:r>
            <a:endParaRPr/>
          </a:p>
          <a:p>
            <a:pPr indent="-308610" lvl="0" marL="457200" rtl="0" algn="l">
              <a:spcBef>
                <a:spcPts val="0"/>
              </a:spcBef>
              <a:spcAft>
                <a:spcPts val="0"/>
              </a:spcAft>
              <a:buSzPct val="100000"/>
              <a:buChar char="●"/>
            </a:pPr>
            <a:r>
              <a:rPr lang="en"/>
              <a:t>rather than defining them. </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that’s a recipe for increased commoditization.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3"/>
          <p:cNvSpPr txBox="1"/>
          <p:nvPr>
            <p:ph idx="1" type="body"/>
          </p:nvPr>
        </p:nvSpPr>
        <p:spPr>
          <a:xfrm>
            <a:off x="0" y="370500"/>
            <a:ext cx="4061700" cy="4773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Rational Drowning is where you lay out the business case for why the Reframe in step 2 is worth your customer’s time and attention: The numbers-driven rationale for why your customer should think differently about their business. </a:t>
            </a:r>
            <a:endParaRPr/>
          </a:p>
        </p:txBody>
      </p:sp>
      <p:sp>
        <p:nvSpPr>
          <p:cNvPr id="397" name="Google Shape;397;p63"/>
          <p:cNvSpPr txBox="1"/>
          <p:nvPr>
            <p:ph type="title"/>
          </p:nvPr>
        </p:nvSpPr>
        <p:spPr>
          <a:xfrm>
            <a:off x="75850" y="0"/>
            <a:ext cx="3985800" cy="270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1300"/>
              <a:t>Teaching Pitch: Step #3 Rational Drowning</a:t>
            </a:r>
            <a:endParaRPr sz="1300"/>
          </a:p>
        </p:txBody>
      </p:sp>
      <p:sp>
        <p:nvSpPr>
          <p:cNvPr id="398" name="Google Shape;398;p63"/>
          <p:cNvSpPr txBox="1"/>
          <p:nvPr>
            <p:ph idx="1" type="body"/>
          </p:nvPr>
        </p:nvSpPr>
        <p:spPr>
          <a:xfrm>
            <a:off x="4061650" y="0"/>
            <a:ext cx="5082300" cy="51435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
                <a:solidFill>
                  <a:schemeClr val="lt1"/>
                </a:solidFill>
              </a:rPr>
              <a:t>Rational Drowning is where you lay out the business case for why the Reframe in step 2 is worth your customer’s time and attention.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It’s time for the data, graphs, tables, and charts you need to quantify for the customer the true, often hidden, cost of the problem or size of the opportunity they’d completely overlooked.</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The numbers-driven rationale for why your customer should think differently about their business.</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lang="en">
                <a:solidFill>
                  <a:schemeClr val="lt1"/>
                </a:solidFill>
              </a:rPr>
              <a:t>HOWEVER</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Presented in a way designed to make them squirm a little bit—to feel like they’re drowning.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If your presentation is done well, the customer reaction in step 3 should be something like, “Wow, I had no idea we were wasting that kind of money!” or “I’d never thought of this as an opportunity before. We’ve got to get after this or we’re going to really miss out!”</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a:p>
            <a:pPr indent="0" lvl="0" marL="0" rtl="0" algn="l">
              <a:spcBef>
                <a:spcPts val="0"/>
              </a:spcBef>
              <a:spcAft>
                <a:spcPts val="0"/>
              </a:spcAft>
              <a:buNone/>
            </a:pPr>
            <a:r>
              <a:rPr lang="en">
                <a:solidFill>
                  <a:schemeClr val="lt1"/>
                </a:solidFill>
              </a:rPr>
              <a:t>In a world-class teaching pitch a good ROI calculator calculates the ROI on solving the challenge you’ve just taught your customer they have, not the ROI on buying your solution. If your ROI calculator is explicitly about your products and services—as it almost inevitably is—then you’re talking about the wrong thing.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b="1" lang="en">
                <a:solidFill>
                  <a:schemeClr val="lt1"/>
                </a:solidFill>
              </a:rPr>
              <a:t>Before you demonstrate how your solution can economically solve a key customer challenge, you’ve got to convince the customer that that challenge is worth solving in the first place.</a:t>
            </a:r>
            <a:endParaRPr b="1">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body"/>
          </p:nvPr>
        </p:nvSpPr>
        <p:spPr>
          <a:xfrm>
            <a:off x="0" y="376500"/>
            <a:ext cx="4067700" cy="4767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solidFill>
                  <a:srgbClr val="35B9D8"/>
                </a:solidFill>
                <a:highlight>
                  <a:srgbClr val="F3FF00"/>
                </a:highlight>
              </a:rPr>
              <a:t>You’ve got to paint a picture of how other companies just like the customer’s went down a similarly painful path by engaging in behavior that the customer will immediately recognize as typical of their company.</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p:txBody>
      </p:sp>
      <p:sp>
        <p:nvSpPr>
          <p:cNvPr id="404" name="Google Shape;404;p64"/>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1300">
                <a:solidFill>
                  <a:schemeClr val="dk1"/>
                </a:solidFill>
                <a:highlight>
                  <a:srgbClr val="00FFAF"/>
                </a:highlight>
                <a:latin typeface="Cinzel"/>
                <a:ea typeface="Cinzel"/>
                <a:cs typeface="Cinzel"/>
                <a:sym typeface="Cinzel"/>
              </a:rPr>
              <a:t>Teaching Pitch: Step #4 Emotional Impact</a:t>
            </a:r>
            <a:endParaRPr b="1" sz="1300">
              <a:solidFill>
                <a:schemeClr val="dk1"/>
              </a:solidFill>
              <a:highlight>
                <a:srgbClr val="00FFAF"/>
              </a:highlight>
              <a:latin typeface="Cinzel"/>
              <a:ea typeface="Cinzel"/>
              <a:cs typeface="Cinzel"/>
              <a:sym typeface="Cinzel"/>
            </a:endParaRPr>
          </a:p>
        </p:txBody>
      </p:sp>
      <p:sp>
        <p:nvSpPr>
          <p:cNvPr id="405" name="Google Shape;405;p64"/>
          <p:cNvSpPr txBox="1"/>
          <p:nvPr>
            <p:ph idx="1" type="body"/>
          </p:nvPr>
        </p:nvSpPr>
        <p:spPr>
          <a:xfrm>
            <a:off x="4067675" y="0"/>
            <a:ext cx="5076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5"/>
          <p:cNvSpPr txBox="1"/>
          <p:nvPr>
            <p:ph type="title"/>
          </p:nvPr>
        </p:nvSpPr>
        <p:spPr>
          <a:xfrm>
            <a:off x="0" y="0"/>
            <a:ext cx="4061700" cy="366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 sz="1600"/>
              <a:t>Teaching Pitch: Step #5 A New Way</a:t>
            </a:r>
            <a:endParaRPr sz="1600"/>
          </a:p>
        </p:txBody>
      </p:sp>
      <p:sp>
        <p:nvSpPr>
          <p:cNvPr id="411" name="Google Shape;411;p65"/>
          <p:cNvSpPr txBox="1"/>
          <p:nvPr>
            <p:ph idx="1" type="body"/>
          </p:nvPr>
        </p:nvSpPr>
        <p:spPr>
          <a:xfrm>
            <a:off x="0" y="366600"/>
            <a:ext cx="4061700" cy="4776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Coming into step 5 you’ve convinced the customer of the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you’ve got to convince them of the solution.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point-by-point review of the specific capabilities they would need to have in order to make good on whatever the opportunity to make money, save money, or mitigate risk is, that you’ve just convinced them they’re facing.</a:t>
            </a:r>
            <a:endParaRPr/>
          </a:p>
        </p:txBody>
      </p:sp>
      <p:sp>
        <p:nvSpPr>
          <p:cNvPr id="412" name="Google Shape;412;p65"/>
          <p:cNvSpPr txBox="1"/>
          <p:nvPr>
            <p:ph type="title"/>
          </p:nvPr>
        </p:nvSpPr>
        <p:spPr>
          <a:xfrm>
            <a:off x="4061650" y="1"/>
            <a:ext cx="5082300" cy="514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
              <a:t>As tempting as it might be at this point to launch into a review of how you can help, </a:t>
            </a:r>
            <a:r>
              <a:rPr b="1" lang="en">
                <a:latin typeface="Cinzel"/>
                <a:ea typeface="Cinzel"/>
                <a:cs typeface="Cinzel"/>
                <a:sym typeface="Cinzel"/>
              </a:rPr>
              <a:t>step 5 is still about the solution, not about the supplier. </a:t>
            </a:r>
            <a:endParaRPr b="1">
              <a:latin typeface="Cinzel"/>
              <a:ea typeface="Cinzel"/>
              <a:cs typeface="Cinzel"/>
              <a:sym typeface="Cinzel"/>
            </a:endParaRPr>
          </a:p>
          <a:p>
            <a:pPr indent="0" lvl="0" marL="0" rtl="0" algn="l">
              <a:spcBef>
                <a:spcPts val="0"/>
              </a:spcBef>
              <a:spcAft>
                <a:spcPts val="0"/>
              </a:spcAft>
              <a:buNone/>
            </a:pPr>
            <a:r>
              <a:t/>
            </a:r>
            <a:endParaRPr/>
          </a:p>
          <a:p>
            <a:pPr indent="0" lvl="0" marL="0" rtl="0" algn="l">
              <a:spcBef>
                <a:spcPts val="0"/>
              </a:spcBef>
              <a:spcAft>
                <a:spcPts val="0"/>
              </a:spcAft>
              <a:buNone/>
            </a:pPr>
            <a:r>
              <a:rPr lang="en"/>
              <a:t>Facing a customer who enthusiastically agrees that they’ve got the very challenge your solution directly addresses, it is deeply tempting to talk specifically about how you can help.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reps it simply feels like the obvious thing to do.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step 5 isn’t a story about how much better customers’ lives would be if they bought your stuff.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about showing customers how much better their life would be if they just acted differently. It’s about behaving differently, not buying differently.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Don’t rush this. </a:t>
            </a:r>
            <a:endParaRPr/>
          </a:p>
          <a:p>
            <a:pPr indent="0" lvl="0" marL="0" rtl="0" algn="l">
              <a:spcBef>
                <a:spcPts val="0"/>
              </a:spcBef>
              <a:spcAft>
                <a:spcPts val="0"/>
              </a:spcAft>
              <a:buNone/>
            </a:pPr>
            <a:r>
              <a:t/>
            </a:r>
            <a:endParaRPr/>
          </a:p>
          <a:p>
            <a:pPr indent="0" lvl="0" marL="0" rtl="0" algn="ctr">
              <a:spcBef>
                <a:spcPts val="0"/>
              </a:spcBef>
              <a:spcAft>
                <a:spcPts val="0"/>
              </a:spcAft>
              <a:buNone/>
            </a:pPr>
            <a:r>
              <a:rPr b="1" lang="en">
                <a:latin typeface="Cinzel"/>
                <a:ea typeface="Cinzel"/>
                <a:cs typeface="Cinzel"/>
                <a:sym typeface="Cinzel"/>
              </a:rPr>
              <a:t>Before they buy your solution, </a:t>
            </a:r>
            <a:endParaRPr b="1">
              <a:latin typeface="Cinzel"/>
              <a:ea typeface="Cinzel"/>
              <a:cs typeface="Cinzel"/>
              <a:sym typeface="Cinzel"/>
            </a:endParaRPr>
          </a:p>
          <a:p>
            <a:pPr indent="0" lvl="0" marL="0" rtl="0" algn="ctr">
              <a:spcBef>
                <a:spcPts val="0"/>
              </a:spcBef>
              <a:spcAft>
                <a:spcPts val="0"/>
              </a:spcAft>
              <a:buNone/>
            </a:pPr>
            <a:r>
              <a:rPr b="1" lang="en">
                <a:latin typeface="Cinzel"/>
                <a:ea typeface="Cinzel"/>
                <a:cs typeface="Cinzel"/>
                <a:sym typeface="Cinzel"/>
              </a:rPr>
              <a:t>the customer has to buy the solution.</a:t>
            </a:r>
            <a:r>
              <a:rPr lang="en"/>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6"/>
          <p:cNvSpPr txBox="1"/>
          <p:nvPr>
            <p:ph idx="1" type="body"/>
          </p:nvPr>
        </p:nvSpPr>
        <p:spPr>
          <a:xfrm>
            <a:off x="0" y="370500"/>
            <a:ext cx="4061700" cy="4773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S</a:t>
            </a:r>
            <a:r>
              <a:rPr lang="en"/>
              <a:t>tep 5 is about getting customers bought in to acting differently.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Step 6 is </a:t>
            </a:r>
            <a:r>
              <a:rPr lang="en">
                <a:solidFill>
                  <a:schemeClr val="lt2"/>
                </a:solidFill>
              </a:rPr>
              <a:t>about getting customers bought in on how </a:t>
            </a:r>
            <a:r>
              <a:rPr lang="en"/>
              <a:t>your solution is best able, better than anyone else’s to equip them to act differently.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18" name="Google Shape;418;p66"/>
          <p:cNvSpPr txBox="1"/>
          <p:nvPr>
            <p:ph type="title"/>
          </p:nvPr>
        </p:nvSpPr>
        <p:spPr>
          <a:xfrm>
            <a:off x="75850" y="0"/>
            <a:ext cx="39858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2000"/>
              <a:t>Teaching Pitch: Step #6 </a:t>
            </a:r>
            <a:endParaRPr sz="2000"/>
          </a:p>
        </p:txBody>
      </p:sp>
      <p:sp>
        <p:nvSpPr>
          <p:cNvPr id="419" name="Google Shape;419;p66"/>
          <p:cNvSpPr txBox="1"/>
          <p:nvPr>
            <p:ph idx="1" type="body"/>
          </p:nvPr>
        </p:nvSpPr>
        <p:spPr>
          <a:xfrm>
            <a:off x="4061650" y="0"/>
            <a:ext cx="5082300" cy="51435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
                <a:solidFill>
                  <a:schemeClr val="lt1"/>
                </a:solidFill>
              </a:rPr>
              <a:t>This is where you lay out the specific ways you can deliver the solution they’ve just agreed to in step 5 better than anyone else. </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This is where all of the hard work around identifying your unique capabilities pays off. </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These unique capabilities are front and center in step 6.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If you want to teach customers something new, you’ll need </a:t>
            </a:r>
            <a:r>
              <a:rPr lang="en">
                <a:solidFill>
                  <a:schemeClr val="lt1"/>
                </a:solidFill>
              </a:rPr>
              <a:t>to ensure that the “punch line” contains an </a:t>
            </a:r>
            <a:r>
              <a:rPr lang="en">
                <a:solidFill>
                  <a:schemeClr val="lt1"/>
                </a:solidFill>
              </a:rPr>
              <a:t>element of surprise.</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A new and unexpected way to think about how you can help.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Alternatively, if your customers already place high value on your benefits over those of the competition, you likely don’t need to teach them anything at all. Just take their order. </a:t>
            </a:r>
            <a:br>
              <a:rPr lang="en">
                <a:solidFill>
                  <a:schemeClr val="lt1"/>
                </a:solidFill>
              </a:rPr>
            </a:br>
            <a:endParaRPr>
              <a:solidFill>
                <a:schemeClr val="lt1"/>
              </a:solidFill>
            </a:endParaRPr>
          </a:p>
          <a:p>
            <a:pPr indent="0" lvl="0" marL="0" rtl="0" algn="l">
              <a:spcBef>
                <a:spcPts val="0"/>
              </a:spcBef>
              <a:spcAft>
                <a:spcPts val="0"/>
              </a:spcAft>
              <a:buNone/>
            </a:pPr>
            <a:r>
              <a:rPr lang="en">
                <a:solidFill>
                  <a:schemeClr val="lt1"/>
                </a:solidFill>
              </a:rPr>
              <a:t>But beware: By focusing solely on the known value of your offering, you forgo an opportunity to challenge customers’ thinking</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After that, it’s simply a matter of fleshing out the rest of the story to create a logical and compelling path from step 2 to step 6.</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a:p>
            <a:pPr indent="0" lvl="0" marL="0" rtl="0" algn="ctr">
              <a:spcBef>
                <a:spcPts val="0"/>
              </a:spcBef>
              <a:spcAft>
                <a:spcPts val="0"/>
              </a:spcAft>
              <a:buNone/>
            </a:pPr>
            <a:r>
              <a:rPr b="1" lang="en" u="sng">
                <a:solidFill>
                  <a:schemeClr val="lt1"/>
                </a:solidFill>
              </a:rPr>
              <a:t>Put it all together and you get:</a:t>
            </a:r>
            <a:endParaRPr b="1" u="sng">
              <a:solidFill>
                <a:schemeClr val="lt1"/>
              </a:solidFill>
            </a:endParaRPr>
          </a:p>
          <a:p>
            <a:pPr indent="0" lvl="0" marL="0" rtl="0" algn="ctr">
              <a:spcBef>
                <a:spcPts val="0"/>
              </a:spcBef>
              <a:spcAft>
                <a:spcPts val="0"/>
              </a:spcAft>
              <a:buNone/>
            </a:pPr>
            <a:r>
              <a:t/>
            </a:r>
            <a:endParaRPr b="1" u="sng">
              <a:solidFill>
                <a:schemeClr val="lt1"/>
              </a:solidFill>
            </a:endParaRPr>
          </a:p>
          <a:p>
            <a:pPr indent="0" lvl="0" marL="0" rtl="0" algn="ctr">
              <a:spcBef>
                <a:spcPts val="0"/>
              </a:spcBef>
              <a:spcAft>
                <a:spcPts val="0"/>
              </a:spcAft>
              <a:buNone/>
            </a:pPr>
            <a:r>
              <a:rPr b="1" lang="en">
                <a:solidFill>
                  <a:schemeClr val="lt1"/>
                </a:solidFill>
              </a:rPr>
              <a:t>What’s currently costing our customers more money than they realize, that only we can help them fix? </a:t>
            </a:r>
            <a:endParaRPr b="1">
              <a:solidFill>
                <a:schemeClr val="lt1"/>
              </a:solidFill>
            </a:endParaRPr>
          </a:p>
          <a:p>
            <a:pPr indent="0" lvl="0" marL="0" rtl="0" algn="ctr">
              <a:spcBef>
                <a:spcPts val="0"/>
              </a:spcBef>
              <a:spcAft>
                <a:spcPts val="0"/>
              </a:spcAft>
              <a:buNone/>
            </a:pPr>
            <a:r>
              <a:t/>
            </a:r>
            <a:endParaRPr b="1">
              <a:solidFill>
                <a:schemeClr val="lt1"/>
              </a:solidFill>
            </a:endParaRPr>
          </a:p>
          <a:p>
            <a:pPr indent="0" lvl="0" marL="0" rtl="0" algn="ctr">
              <a:spcBef>
                <a:spcPts val="0"/>
              </a:spcBef>
              <a:spcAft>
                <a:spcPts val="0"/>
              </a:spcAft>
              <a:buNone/>
            </a:pPr>
            <a:r>
              <a:rPr b="1" lang="en">
                <a:solidFill>
                  <a:srgbClr val="FF0000"/>
                </a:solidFill>
                <a:highlight>
                  <a:srgbClr val="333333"/>
                </a:highlight>
              </a:rPr>
              <a:t>The answer is the heart and soul of your Commercial Teaching pitch.</a:t>
            </a:r>
            <a:endParaRPr b="1">
              <a:solidFill>
                <a:srgbClr val="FF0000"/>
              </a:solidFill>
              <a:highlight>
                <a:srgbClr val="333333"/>
              </a:highlight>
            </a:endParaRPr>
          </a:p>
          <a:p>
            <a:pPr indent="0" lvl="0" marL="0" rtl="0" algn="ctr">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7"/>
          <p:cNvSpPr txBox="1"/>
          <p:nvPr>
            <p:ph idx="1" type="body"/>
          </p:nvPr>
        </p:nvSpPr>
        <p:spPr>
          <a:xfrm>
            <a:off x="0" y="376500"/>
            <a:ext cx="4067700" cy="4767000"/>
          </a:xfrm>
          <a:prstGeom prst="rect">
            <a:avLst/>
          </a:prstGeom>
        </p:spPr>
        <p:txBody>
          <a:bodyPr anchorCtr="0" anchor="t" bIns="45700" lIns="91425" spcFirstLastPara="1" rIns="91425" wrap="square" tIns="45700">
            <a:normAutofit fontScale="77500" lnSpcReduction="20000"/>
          </a:bodyPr>
          <a:lstStyle/>
          <a:p>
            <a:pPr indent="0" lvl="0" marL="0" rtl="0" algn="l">
              <a:spcBef>
                <a:spcPts val="0"/>
              </a:spcBef>
              <a:spcAft>
                <a:spcPts val="0"/>
              </a:spcAft>
              <a:buNone/>
            </a:pPr>
            <a:r>
              <a:rPr lang="en">
                <a:solidFill>
                  <a:srgbClr val="35B9D8"/>
                </a:solidFill>
                <a:highlight>
                  <a:srgbClr val="F3FF00"/>
                </a:highlight>
              </a:rPr>
              <a:t>You need Challenger reps to deliver the teaching, but the actual construction of the conversation, the unique benefits, the surprising customer insights, the tightly packaged teaching choreography—require input from the entire commercial organization.</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Many companies choose to shield sales reps from the complexity of the six-step choreography altogether. They simplifying the approach into 3 elements</a:t>
            </a:r>
            <a:endParaRPr>
              <a:solidFill>
                <a:srgbClr val="35B9D8"/>
              </a:solidFill>
              <a:highlight>
                <a:srgbClr val="F3FF00"/>
              </a:highlight>
            </a:endParaRPr>
          </a:p>
          <a:p>
            <a:pPr indent="-287655" lvl="0" marL="457200" rtl="0" algn="l">
              <a:spcBef>
                <a:spcPts val="0"/>
              </a:spcBef>
              <a:spcAft>
                <a:spcPts val="0"/>
              </a:spcAft>
              <a:buClr>
                <a:srgbClr val="35B9D8"/>
              </a:buClr>
              <a:buSzPct val="100000"/>
              <a:buAutoNum type="arabicPeriod"/>
            </a:pPr>
            <a:r>
              <a:rPr lang="en">
                <a:solidFill>
                  <a:srgbClr val="35B9D8"/>
                </a:solidFill>
                <a:highlight>
                  <a:srgbClr val="F3FF00"/>
                </a:highlight>
              </a:rPr>
              <a:t>Providing customers with game-changing insight</a:t>
            </a:r>
            <a:endParaRPr>
              <a:solidFill>
                <a:srgbClr val="35B9D8"/>
              </a:solidFill>
              <a:highlight>
                <a:srgbClr val="F3FF00"/>
              </a:highlight>
            </a:endParaRPr>
          </a:p>
          <a:p>
            <a:pPr indent="-287655" lvl="0" marL="457200" rtl="0" algn="l">
              <a:spcBef>
                <a:spcPts val="0"/>
              </a:spcBef>
              <a:spcAft>
                <a:spcPts val="0"/>
              </a:spcAft>
              <a:buClr>
                <a:srgbClr val="35B9D8"/>
              </a:buClr>
              <a:buSzPct val="100000"/>
              <a:buAutoNum type="arabicPeriod"/>
            </a:pPr>
            <a:r>
              <a:rPr lang="en">
                <a:solidFill>
                  <a:srgbClr val="35B9D8"/>
                </a:solidFill>
                <a:highlight>
                  <a:srgbClr val="F3FF00"/>
                </a:highlight>
              </a:rPr>
              <a:t>Specifying and personalizing the potential impact of that insights</a:t>
            </a:r>
            <a:endParaRPr>
              <a:solidFill>
                <a:srgbClr val="35B9D8"/>
              </a:solidFill>
              <a:highlight>
                <a:srgbClr val="F3FF00"/>
              </a:highlight>
            </a:endParaRPr>
          </a:p>
          <a:p>
            <a:pPr indent="-287655" lvl="0" marL="457200" rtl="0" algn="l">
              <a:spcBef>
                <a:spcPts val="0"/>
              </a:spcBef>
              <a:spcAft>
                <a:spcPts val="0"/>
              </a:spcAft>
              <a:buClr>
                <a:srgbClr val="35B9D8"/>
              </a:buClr>
              <a:buSzPct val="100000"/>
              <a:buAutoNum type="arabicPeriod"/>
            </a:pPr>
            <a:r>
              <a:rPr lang="en">
                <a:solidFill>
                  <a:srgbClr val="35B9D8"/>
                </a:solidFill>
                <a:highlight>
                  <a:srgbClr val="F3FF00"/>
                </a:highlight>
              </a:rPr>
              <a:t>Introducing your capabilities as the best possible means of acting on that insight.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It’s the same journey, but it’s simply easier to process for reps traditionally accustomed to “leading with” rather than “leading to.” These are organizational capabilities, not individual skills.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D83A3A"/>
                </a:solidFill>
                <a:highlight>
                  <a:srgbClr val="F3FF00"/>
                </a:highlight>
              </a:rPr>
              <a:t>A critical lesson of the Challenger approach is the significant need for organizational involvement to make it truly sustainable.</a:t>
            </a:r>
            <a:r>
              <a:rPr lang="en">
                <a:solidFill>
                  <a:srgbClr val="35B9D8"/>
                </a:solidFill>
                <a:highlight>
                  <a:srgbClr val="F3FF00"/>
                </a:highlight>
              </a:rPr>
              <a:t> Few but the very best of your reps could pull off this kind of teaching on their own consistently over time.</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With Commercial Teaching, you can significantly back off on your expectations for individual customization ability, as the organization steps in to offer crucial support around the very thing that customers have told us they value most in supplier interactions, namely the sharing of commercial insight.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The reps’ primary job shifts from discovering needs to guiding a conversation. That allows the organization to lay out the framework for that conversation in advance.</a:t>
            </a:r>
            <a:endParaRPr>
              <a:solidFill>
                <a:srgbClr val="35B9D8"/>
              </a:solidFill>
              <a:highlight>
                <a:srgbClr val="F3FF00"/>
              </a:highlight>
            </a:endParaRPr>
          </a:p>
          <a:p>
            <a:pPr indent="-287655" lvl="0" marL="457200" rtl="0" algn="l">
              <a:spcBef>
                <a:spcPts val="0"/>
              </a:spcBef>
              <a:spcAft>
                <a:spcPts val="0"/>
              </a:spcAft>
              <a:buClr>
                <a:srgbClr val="35B9D8"/>
              </a:buClr>
              <a:buSzPct val="100000"/>
              <a:buAutoNum type="arabicPeriod"/>
            </a:pPr>
            <a:r>
              <a:rPr lang="en">
                <a:solidFill>
                  <a:srgbClr val="35B9D8"/>
                </a:solidFill>
                <a:highlight>
                  <a:srgbClr val="F3FF00"/>
                </a:highlight>
              </a:rPr>
              <a:t>Customer’s needs are prescoped. Reps don’t start with a blank sheet of paper and diagnose each customer’s needs. individually. Much of that work has been done inside the organization through better segmentation and customer analysis, significantly reducing the burden on the one skill reps probably struggle with the most.</a:t>
            </a:r>
            <a:endParaRPr>
              <a:solidFill>
                <a:srgbClr val="35B9D8"/>
              </a:solidFill>
              <a:highlight>
                <a:srgbClr val="F3FF00"/>
              </a:highlight>
            </a:endParaRPr>
          </a:p>
        </p:txBody>
      </p:sp>
      <p:sp>
        <p:nvSpPr>
          <p:cNvPr id="425" name="Google Shape;425;p67"/>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1300">
                <a:solidFill>
                  <a:schemeClr val="dk1"/>
                </a:solidFill>
                <a:highlight>
                  <a:srgbClr val="00FFAF"/>
                </a:highlight>
                <a:latin typeface="Cinzel"/>
                <a:ea typeface="Cinzel"/>
                <a:cs typeface="Cinzel"/>
                <a:sym typeface="Cinzel"/>
              </a:rPr>
              <a:t>Building the Insight Generation Machine</a:t>
            </a:r>
            <a:endParaRPr b="1" sz="1300">
              <a:solidFill>
                <a:schemeClr val="dk1"/>
              </a:solidFill>
              <a:highlight>
                <a:srgbClr val="00FFAF"/>
              </a:highlight>
              <a:latin typeface="Cinzel"/>
              <a:ea typeface="Cinzel"/>
              <a:cs typeface="Cinzel"/>
              <a:sym typeface="Cinzel"/>
            </a:endParaRPr>
          </a:p>
        </p:txBody>
      </p:sp>
      <p:sp>
        <p:nvSpPr>
          <p:cNvPr id="426" name="Google Shape;426;p67"/>
          <p:cNvSpPr txBox="1"/>
          <p:nvPr>
            <p:ph idx="1" type="body"/>
          </p:nvPr>
        </p:nvSpPr>
        <p:spPr>
          <a:xfrm>
            <a:off x="4067675" y="0"/>
            <a:ext cx="5076300" cy="5143500"/>
          </a:xfrm>
          <a:prstGeom prst="rect">
            <a:avLst/>
          </a:prstGeom>
        </p:spPr>
        <p:txBody>
          <a:bodyPr anchorCtr="0" anchor="t" bIns="45700" lIns="91425" spcFirstLastPara="1" rIns="91425" wrap="square" tIns="45700">
            <a:normAutofit fontScale="77500" lnSpcReduction="10000"/>
          </a:bodyPr>
          <a:lstStyle/>
          <a:p>
            <a:pPr indent="0" lvl="0" marL="0" rtl="0" algn="l">
              <a:spcBef>
                <a:spcPts val="0"/>
              </a:spcBef>
              <a:spcAft>
                <a:spcPts val="0"/>
              </a:spcAft>
              <a:buNone/>
            </a:pPr>
            <a:r>
              <a:rPr b="1" lang="en">
                <a:highlight>
                  <a:schemeClr val="dk1"/>
                </a:highlight>
                <a:latin typeface="Cinzel"/>
                <a:ea typeface="Cinzel"/>
                <a:cs typeface="Cinzel"/>
                <a:sym typeface="Cinzel"/>
              </a:rPr>
              <a:t>1.</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2. the conversation is prescripted. A teaching rep still has to interact with the customer in a live setting, answering questions and adapting to unanticipated objections. However, the rep’s opening set of hypotheses is already laid out in detail, and every step along the way is clearly marked through the teaching choreography. Because the teaching pitch follows the same talking points again and again, reps will naturally improve as they learn from experience, becoming more compelling over time.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Finally, the solution the rep is working toward is predefined. The burden on the Teaching choreography: </a:t>
            </a:r>
            <a:endParaRPr b="1">
              <a:highlight>
                <a:schemeClr val="dk1"/>
              </a:highlight>
              <a:latin typeface="Cinzel"/>
              <a:ea typeface="Cinzel"/>
              <a:cs typeface="Cinzel"/>
              <a:sym typeface="Cinzel"/>
            </a:endParaRPr>
          </a:p>
          <a:p>
            <a:pPr indent="-287655" lvl="0" marL="457200" rtl="0" algn="l">
              <a:spcBef>
                <a:spcPts val="0"/>
              </a:spcBef>
              <a:spcAft>
                <a:spcPts val="0"/>
              </a:spcAft>
              <a:buSzPct val="100000"/>
              <a:buFont typeface="Cinzel"/>
              <a:buChar char="●"/>
            </a:pPr>
            <a:r>
              <a:rPr b="1" lang="en">
                <a:highlight>
                  <a:schemeClr val="dk1"/>
                </a:highlight>
                <a:latin typeface="Cinzel"/>
                <a:ea typeface="Cinzel"/>
                <a:cs typeface="Cinzel"/>
                <a:sym typeface="Cinzel"/>
              </a:rPr>
              <a:t>Identify your unique benefits. </a:t>
            </a:r>
            <a:endParaRPr b="1">
              <a:highlight>
                <a:schemeClr val="dk1"/>
              </a:highlight>
              <a:latin typeface="Cinzel"/>
              <a:ea typeface="Cinzel"/>
              <a:cs typeface="Cinzel"/>
              <a:sym typeface="Cinzel"/>
            </a:endParaRPr>
          </a:p>
          <a:p>
            <a:pPr indent="-287655" lvl="0" marL="457200" rtl="0" algn="l">
              <a:spcBef>
                <a:spcPts val="0"/>
              </a:spcBef>
              <a:spcAft>
                <a:spcPts val="0"/>
              </a:spcAft>
              <a:buSzPct val="100000"/>
              <a:buFont typeface="Cinzel"/>
              <a:buChar char="●"/>
            </a:pPr>
            <a:r>
              <a:rPr b="1" lang="en">
                <a:highlight>
                  <a:schemeClr val="dk1"/>
                </a:highlight>
                <a:latin typeface="Cinzel"/>
                <a:ea typeface="Cinzel"/>
                <a:cs typeface="Cinzel"/>
                <a:sym typeface="Cinzel"/>
              </a:rPr>
              <a:t>Develop commercial insight that challenges customers’ thinking.</a:t>
            </a:r>
            <a:endParaRPr b="1">
              <a:highlight>
                <a:schemeClr val="dk1"/>
              </a:highlight>
              <a:latin typeface="Cinzel"/>
              <a:ea typeface="Cinzel"/>
              <a:cs typeface="Cinzel"/>
              <a:sym typeface="Cinzel"/>
            </a:endParaRPr>
          </a:p>
          <a:p>
            <a:pPr indent="-287655" lvl="0" marL="457200" rtl="0" algn="l">
              <a:spcBef>
                <a:spcPts val="0"/>
              </a:spcBef>
              <a:spcAft>
                <a:spcPts val="0"/>
              </a:spcAft>
              <a:buSzPct val="100000"/>
              <a:buFont typeface="Cinzel"/>
              <a:buChar char="●"/>
            </a:pPr>
            <a:r>
              <a:rPr b="1" lang="en">
                <a:highlight>
                  <a:schemeClr val="dk1"/>
                </a:highlight>
                <a:latin typeface="Cinzel"/>
                <a:ea typeface="Cinzel"/>
                <a:cs typeface="Cinzel"/>
                <a:sym typeface="Cinzel"/>
              </a:rPr>
              <a:t>Package commercial insight in compelling messages that “lead to.”</a:t>
            </a:r>
            <a:endParaRPr b="1">
              <a:highlight>
                <a:schemeClr val="dk1"/>
              </a:highlight>
              <a:latin typeface="Cinzel"/>
              <a:ea typeface="Cinzel"/>
              <a:cs typeface="Cinzel"/>
              <a:sym typeface="Cinzel"/>
            </a:endParaRPr>
          </a:p>
          <a:p>
            <a:pPr indent="-287655" lvl="0" marL="457200" rtl="0" algn="l">
              <a:spcBef>
                <a:spcPts val="0"/>
              </a:spcBef>
              <a:spcAft>
                <a:spcPts val="0"/>
              </a:spcAft>
              <a:buSzPct val="100000"/>
              <a:buFont typeface="Cinzel"/>
              <a:buChar char="●"/>
            </a:pPr>
            <a:r>
              <a:rPr b="1" lang="en">
                <a:highlight>
                  <a:schemeClr val="dk1"/>
                </a:highlight>
                <a:latin typeface="Cinzel"/>
                <a:ea typeface="Cinzel"/>
                <a:cs typeface="Cinzel"/>
                <a:sym typeface="Cinzel"/>
              </a:rPr>
              <a:t>Equip reps to challenge customers.</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Commercial Teaching provides a road map for integrating around a limited number of activities that truly matter. The approach defines a very specific framework for “what good looks like” for the entire commercial organization, allowing for the identification of concrete roles, tasks, goals, and responsibilities.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For example, only marketing has the tools, the expertise, and the time to generate the insights necessary to challenge customers both scalably and repeatedly. As the head of marketing at a large telecommunications company put it, marketing must serve as the “insight generation machine” that keeps reps well equipped with quality teaching material that customers will find compelling.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Sales, on the other hand, will have to ensure that reps have the knowledge, skills, and coaching necessary to go out and use that insight in a convincing manner to actually challenge customers. </a:t>
            </a:r>
            <a:endParaRPr b="1">
              <a:highlight>
                <a:schemeClr val="dk1"/>
              </a:highlight>
              <a:latin typeface="Cinzel"/>
              <a:ea typeface="Cinzel"/>
              <a:cs typeface="Cinzel"/>
              <a:sym typeface="Cinzel"/>
            </a:endParaRPr>
          </a:p>
          <a:p>
            <a:pPr indent="0" lvl="0" marL="0" rtl="0" algn="l">
              <a:spcBef>
                <a:spcPts val="0"/>
              </a:spcBef>
              <a:spcAft>
                <a:spcPts val="0"/>
              </a:spcAft>
              <a:buNone/>
            </a:pPr>
            <a:r>
              <a:t/>
            </a:r>
            <a:endParaRPr b="1">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Commercial Teaching isn’t a one-time exercise, it’s an “always-on” capability. With input from the sales force—and at their behest—organizations must invest in training marketers to articulate differentiators and constantly source fresh and compelling teaching messages.</a:t>
            </a:r>
            <a:endParaRPr b="1">
              <a:highlight>
                <a:schemeClr val="dk1"/>
              </a:highlight>
              <a:latin typeface="Cinzel"/>
              <a:ea typeface="Cinzel"/>
              <a:cs typeface="Cinzel"/>
              <a:sym typeface="Cinze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8"/>
          <p:cNvSpPr txBox="1"/>
          <p:nvPr>
            <p:ph type="title"/>
          </p:nvPr>
        </p:nvSpPr>
        <p:spPr>
          <a:xfrm>
            <a:off x="0" y="0"/>
            <a:ext cx="4061700" cy="3666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sz="2000"/>
              <a:t>SAFE-BOLD Teaching</a:t>
            </a:r>
            <a:endParaRPr sz="2000"/>
          </a:p>
        </p:txBody>
      </p:sp>
      <p:sp>
        <p:nvSpPr>
          <p:cNvPr id="432" name="Google Shape;432;p68"/>
          <p:cNvSpPr txBox="1"/>
          <p:nvPr>
            <p:ph idx="1" type="body"/>
          </p:nvPr>
        </p:nvSpPr>
        <p:spPr>
          <a:xfrm>
            <a:off x="0" y="366600"/>
            <a:ext cx="4061700" cy="47769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None/>
            </a:pPr>
            <a:r>
              <a:rPr b="1" lang="en">
                <a:latin typeface="Cinzel"/>
                <a:ea typeface="Cinzel"/>
                <a:cs typeface="Cinzel"/>
                <a:sym typeface="Cinzel"/>
              </a:rPr>
              <a:t>MAKE SURE YOUR TEACHING PITCH IS “BOLD”</a:t>
            </a:r>
            <a:endParaRPr b="1">
              <a:latin typeface="Cinzel"/>
              <a:ea typeface="Cinzel"/>
              <a:cs typeface="Cinzel"/>
              <a:sym typeface="Cinzel"/>
            </a:endParaRPr>
          </a:p>
          <a:p>
            <a:pPr indent="-304800" lvl="0" marL="457200" rtl="0" algn="l">
              <a:spcBef>
                <a:spcPts val="0"/>
              </a:spcBef>
              <a:spcAft>
                <a:spcPts val="0"/>
              </a:spcAft>
              <a:buSzPts val="1200"/>
              <a:buChar char="●"/>
            </a:pPr>
            <a:r>
              <a:rPr lang="en"/>
              <a:t>We see a lot of companies slip into “safe mode.” it gets watered down to the point where it’s more of a suggestion than a provocation.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 great tool to ensure that teaching pitches don’t lose their edge is the “SAFE-BOLD Framework,” developed by Neil Rackham and KPMG.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successful teaching pitch must do four things well. </a:t>
            </a:r>
            <a:endParaRPr/>
          </a:p>
          <a:p>
            <a:pPr indent="-304800" lvl="0" marL="457200" rtl="0" algn="l">
              <a:spcBef>
                <a:spcPts val="0"/>
              </a:spcBef>
              <a:spcAft>
                <a:spcPts val="0"/>
              </a:spcAft>
              <a:buSzPts val="1200"/>
              <a:buAutoNum type="arabicPeriod"/>
            </a:pPr>
            <a:r>
              <a:rPr lang="en"/>
              <a:t>be big. Done well, it will be seen by the customer as more expansive and farther-reaching than an ordinary idea. </a:t>
            </a:r>
            <a:endParaRPr/>
          </a:p>
          <a:p>
            <a:pPr indent="-304800" lvl="0" marL="457200" rtl="0" algn="l">
              <a:spcBef>
                <a:spcPts val="0"/>
              </a:spcBef>
              <a:spcAft>
                <a:spcPts val="0"/>
              </a:spcAft>
              <a:buSzPts val="1200"/>
              <a:buAutoNum type="arabicPeriod"/>
            </a:pPr>
            <a:r>
              <a:rPr lang="en"/>
              <a:t>it must be innovative. It has to push the envelope with new, often untested and unique approaches. </a:t>
            </a:r>
            <a:endParaRPr/>
          </a:p>
          <a:p>
            <a:pPr indent="-304800" lvl="0" marL="457200" rtl="0" algn="l">
              <a:spcBef>
                <a:spcPts val="0"/>
              </a:spcBef>
              <a:spcAft>
                <a:spcPts val="0"/>
              </a:spcAft>
              <a:buSzPts val="1200"/>
              <a:buAutoNum type="arabicPeriod"/>
            </a:pPr>
            <a:r>
              <a:rPr lang="en"/>
              <a:t>it must be risky. Big ideas mean that we are asking our own companies and our customers to take a big risk in adopting our idea. </a:t>
            </a:r>
            <a:endParaRPr/>
          </a:p>
          <a:p>
            <a:pPr indent="-304800" lvl="0" marL="457200" rtl="0" algn="l">
              <a:spcBef>
                <a:spcPts val="0"/>
              </a:spcBef>
              <a:spcAft>
                <a:spcPts val="0"/>
              </a:spcAft>
              <a:buSzPts val="1200"/>
              <a:buAutoNum type="arabicPeriod"/>
            </a:pPr>
            <a:r>
              <a:rPr lang="en"/>
              <a:t>it must be difficult. The idea itself must be hard to do—either because of scale, uncertainty, or politics, otherwise, why would a customer hire you to fix it for them?</a:t>
            </a:r>
            <a:endParaRPr/>
          </a:p>
        </p:txBody>
      </p:sp>
      <p:sp>
        <p:nvSpPr>
          <p:cNvPr id="433" name="Google Shape;433;p68"/>
          <p:cNvSpPr txBox="1"/>
          <p:nvPr>
            <p:ph type="title"/>
          </p:nvPr>
        </p:nvSpPr>
        <p:spPr>
          <a:xfrm>
            <a:off x="4061650" y="1"/>
            <a:ext cx="5082300" cy="51435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a:t>Figure 5.2. The SAFE-BOLD Framework</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434" name="Google Shape;434;p68"/>
          <p:cNvPicPr preferRelativeResize="0"/>
          <p:nvPr/>
        </p:nvPicPr>
        <p:blipFill>
          <a:blip r:embed="rId3">
            <a:alphaModFix/>
          </a:blip>
          <a:stretch>
            <a:fillRect/>
          </a:stretch>
        </p:blipFill>
        <p:spPr>
          <a:xfrm>
            <a:off x="4412050" y="784800"/>
            <a:ext cx="4381500" cy="3717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9"/>
          <p:cNvSpPr txBox="1"/>
          <p:nvPr>
            <p:ph idx="1" type="body"/>
          </p:nvPr>
        </p:nvSpPr>
        <p:spPr>
          <a:xfrm>
            <a:off x="0" y="585400"/>
            <a:ext cx="4061700" cy="4558200"/>
          </a:xfrm>
          <a:prstGeom prst="rect">
            <a:avLst/>
          </a:prstGeom>
        </p:spPr>
        <p:txBody>
          <a:bodyPr anchorCtr="0" anchor="t" bIns="45700" lIns="91425" spcFirstLastPara="1" rIns="91425" wrap="square" tIns="45700">
            <a:normAutofit lnSpcReduction="10000"/>
          </a:bodyPr>
          <a:lstStyle/>
          <a:p>
            <a:pPr indent="0" lvl="0" marL="0" rtl="0" algn="ctr">
              <a:spcBef>
                <a:spcPts val="0"/>
              </a:spcBef>
              <a:spcAft>
                <a:spcPts val="0"/>
              </a:spcAft>
              <a:buNone/>
            </a:pPr>
            <a:r>
              <a:rPr b="1" lang="en" u="sng">
                <a:solidFill>
                  <a:schemeClr val="lt2"/>
                </a:solidFill>
              </a:rPr>
              <a:t>Decision Makers</a:t>
            </a:r>
            <a:endParaRPr b="1" u="sng">
              <a:solidFill>
                <a:schemeClr val="lt2"/>
              </a:solidFill>
            </a:endParaRPr>
          </a:p>
          <a:p>
            <a:pPr indent="0" lvl="0" marL="0" rtl="0" algn="l">
              <a:spcBef>
                <a:spcPts val="0"/>
              </a:spcBef>
              <a:spcAft>
                <a:spcPts val="0"/>
              </a:spcAft>
              <a:buNone/>
            </a:pPr>
            <a:r>
              <a:rPr lang="en">
                <a:solidFill>
                  <a:schemeClr val="lt2"/>
                </a:solidFill>
              </a:rPr>
              <a:t>Defined in our study as the people who actually sign the agreement. </a:t>
            </a:r>
            <a:endParaRPr>
              <a:solidFill>
                <a:schemeClr val="lt2"/>
              </a:solidFill>
            </a:endParaRPr>
          </a:p>
          <a:p>
            <a:pPr indent="0" lvl="0" marL="0" rtl="0" algn="l">
              <a:spcBef>
                <a:spcPts val="0"/>
              </a:spcBef>
              <a:spcAft>
                <a:spcPts val="0"/>
              </a:spcAft>
              <a:buNone/>
            </a:pPr>
            <a:r>
              <a:t/>
            </a:r>
            <a:endParaRPr>
              <a:solidFill>
                <a:schemeClr val="lt2"/>
              </a:solidFill>
            </a:endParaRPr>
          </a:p>
          <a:p>
            <a:pPr indent="0" lvl="0" marL="0" rtl="0" algn="l">
              <a:spcBef>
                <a:spcPts val="0"/>
              </a:spcBef>
              <a:spcAft>
                <a:spcPts val="0"/>
              </a:spcAft>
              <a:buNone/>
            </a:pPr>
            <a:r>
              <a:rPr lang="en">
                <a:solidFill>
                  <a:schemeClr val="lt2"/>
                </a:solidFill>
              </a:rPr>
              <a:t>Generally fall into one of 2 categories: </a:t>
            </a:r>
            <a:endParaRPr>
              <a:solidFill>
                <a:schemeClr val="lt2"/>
              </a:solidFill>
            </a:endParaRPr>
          </a:p>
          <a:p>
            <a:pPr indent="-304800" lvl="0" marL="457200" rtl="0" algn="l">
              <a:spcBef>
                <a:spcPts val="0"/>
              </a:spcBef>
              <a:spcAft>
                <a:spcPts val="0"/>
              </a:spcAft>
              <a:buClr>
                <a:schemeClr val="lt2"/>
              </a:buClr>
              <a:buSzPts val="1200"/>
              <a:buAutoNum type="arabicPeriod"/>
            </a:pPr>
            <a:r>
              <a:rPr lang="en">
                <a:solidFill>
                  <a:schemeClr val="lt2"/>
                </a:solidFill>
              </a:rPr>
              <a:t>Senior executives </a:t>
            </a:r>
            <a:endParaRPr>
              <a:solidFill>
                <a:schemeClr val="lt2"/>
              </a:solidFill>
            </a:endParaRPr>
          </a:p>
          <a:p>
            <a:pPr indent="-304800" lvl="0" marL="457200" rtl="0" algn="l">
              <a:spcBef>
                <a:spcPts val="0"/>
              </a:spcBef>
              <a:spcAft>
                <a:spcPts val="0"/>
              </a:spcAft>
              <a:buClr>
                <a:schemeClr val="lt2"/>
              </a:buClr>
              <a:buSzPts val="1200"/>
              <a:buAutoNum type="arabicPeriod"/>
            </a:pPr>
            <a:r>
              <a:rPr lang="en">
                <a:solidFill>
                  <a:schemeClr val="lt2"/>
                </a:solidFill>
              </a:rPr>
              <a:t>Procurement. </a:t>
            </a:r>
            <a:endParaRPr>
              <a:solidFill>
                <a:schemeClr val="lt2"/>
              </a:solidFill>
            </a:endParaRPr>
          </a:p>
          <a:p>
            <a:pPr indent="0" lvl="0" marL="0" rtl="0" algn="l">
              <a:spcBef>
                <a:spcPts val="0"/>
              </a:spcBef>
              <a:spcAft>
                <a:spcPts val="0"/>
              </a:spcAft>
              <a:buNone/>
            </a:pPr>
            <a:r>
              <a:t/>
            </a:r>
            <a:endParaRPr>
              <a:solidFill>
                <a:schemeClr val="lt2"/>
              </a:solidFill>
            </a:endParaRPr>
          </a:p>
          <a:p>
            <a:pPr indent="0" lvl="0" marL="0" rtl="0" algn="l">
              <a:spcBef>
                <a:spcPts val="0"/>
              </a:spcBef>
              <a:spcAft>
                <a:spcPts val="0"/>
              </a:spcAft>
              <a:buNone/>
            </a:pPr>
            <a:r>
              <a:rPr b="1" lang="en" u="sng">
                <a:solidFill>
                  <a:schemeClr val="lt2"/>
                </a:solidFill>
              </a:rPr>
              <a:t>So what really matters to these senior buyers?</a:t>
            </a:r>
            <a:endParaRPr b="1" u="sng">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Aspects of the overall sales experience are nearly 2x as important as individual rep attributes. </a:t>
            </a:r>
            <a:endParaRPr>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They think of themselves as buying from organizations, not from individuals. So what does that mean</a:t>
            </a:r>
            <a:endParaRPr>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Price and customization are significantly less important than widespread support and ease of doing business. unlike decision makers</a:t>
            </a:r>
            <a:endParaRPr>
              <a:solidFill>
                <a:schemeClr val="lt2"/>
              </a:solidFill>
            </a:endParaRPr>
          </a:p>
          <a:p>
            <a:pPr indent="0" lvl="0" marL="0" rtl="0" algn="l">
              <a:spcBef>
                <a:spcPts val="0"/>
              </a:spcBef>
              <a:spcAft>
                <a:spcPts val="0"/>
              </a:spcAft>
              <a:buNone/>
            </a:pPr>
            <a:r>
              <a:t/>
            </a:r>
            <a:endParaRPr>
              <a:solidFill>
                <a:schemeClr val="lt2"/>
              </a:solidFill>
            </a:endParaRPr>
          </a:p>
          <a:p>
            <a:pPr indent="0" lvl="0" marL="0" rtl="0" algn="l">
              <a:spcBef>
                <a:spcPts val="0"/>
              </a:spcBef>
              <a:spcAft>
                <a:spcPts val="0"/>
              </a:spcAft>
              <a:buNone/>
            </a:pPr>
            <a:r>
              <a:rPr lang="en">
                <a:solidFill>
                  <a:schemeClr val="lt2"/>
                </a:solidFill>
              </a:rPr>
              <a:t>In other words, what you find is a whole set of high-scoring loyalty drivers around the rep’s ability to help non–decision makers recognize previously underappreciated or undervalued needs.</a:t>
            </a:r>
            <a:endParaRPr>
              <a:solidFill>
                <a:schemeClr val="lt2"/>
              </a:solidFill>
            </a:endParaRPr>
          </a:p>
          <a:p>
            <a:pPr indent="0" lvl="0" marL="0" rtl="0" algn="ctr">
              <a:spcBef>
                <a:spcPts val="0"/>
              </a:spcBef>
              <a:spcAft>
                <a:spcPts val="0"/>
              </a:spcAft>
              <a:buNone/>
            </a:pPr>
            <a:r>
              <a:t/>
            </a:r>
            <a:endParaRPr b="1" u="sng"/>
          </a:p>
        </p:txBody>
      </p:sp>
      <p:sp>
        <p:nvSpPr>
          <p:cNvPr id="440" name="Google Shape;440;p69"/>
          <p:cNvSpPr txBox="1"/>
          <p:nvPr>
            <p:ph type="title"/>
          </p:nvPr>
        </p:nvSpPr>
        <p:spPr>
          <a:xfrm>
            <a:off x="75850" y="0"/>
            <a:ext cx="3985800" cy="5853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2000"/>
              <a:t>Tailoring for </a:t>
            </a:r>
            <a:r>
              <a:rPr lang="en" sz="2000"/>
              <a:t>Resonance:</a:t>
            </a:r>
            <a:endParaRPr sz="2000"/>
          </a:p>
          <a:p>
            <a:pPr indent="0" lvl="0" marL="0" rtl="0" algn="ctr">
              <a:spcBef>
                <a:spcPts val="0"/>
              </a:spcBef>
              <a:spcAft>
                <a:spcPts val="0"/>
              </a:spcAft>
              <a:buNone/>
            </a:pPr>
            <a:r>
              <a:rPr lang="en" sz="1400"/>
              <a:t>What Customers Really Want</a:t>
            </a:r>
            <a:endParaRPr sz="1400"/>
          </a:p>
        </p:txBody>
      </p:sp>
      <p:sp>
        <p:nvSpPr>
          <p:cNvPr id="441" name="Google Shape;441;p69"/>
          <p:cNvSpPr txBox="1"/>
          <p:nvPr>
            <p:ph idx="1" type="body"/>
          </p:nvPr>
        </p:nvSpPr>
        <p:spPr>
          <a:xfrm>
            <a:off x="4061650" y="0"/>
            <a:ext cx="5082300" cy="51435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b="1" lang="en" u="sng"/>
              <a:t>Influencers</a:t>
            </a:r>
            <a:endParaRPr b="1" u="sng"/>
          </a:p>
          <a:p>
            <a:pPr indent="-304800" lvl="0" marL="457200" rtl="0" algn="l">
              <a:spcBef>
                <a:spcPts val="0"/>
              </a:spcBef>
              <a:spcAft>
                <a:spcPts val="0"/>
              </a:spcAft>
              <a:buSzPts val="1200"/>
              <a:buChar char="●"/>
            </a:pPr>
            <a:r>
              <a:rPr lang="en"/>
              <a:t>These influencers place much more emphasis on the individual rep selling to them. </a:t>
            </a:r>
            <a:endParaRPr/>
          </a:p>
          <a:p>
            <a:pPr indent="-304800" lvl="0" marL="457200" rtl="0" algn="l">
              <a:spcBef>
                <a:spcPts val="0"/>
              </a:spcBef>
              <a:spcAft>
                <a:spcPts val="0"/>
              </a:spcAft>
              <a:buSzPts val="1200"/>
              <a:buChar char="●"/>
            </a:pPr>
            <a:r>
              <a:rPr lang="en"/>
              <a:t>End users don’t think of themselves as buying from organizations; they buy from people. </a:t>
            </a:r>
            <a:endParaRPr/>
          </a:p>
          <a:p>
            <a:pPr indent="-304800" lvl="0" marL="457200" rtl="0" algn="l">
              <a:spcBef>
                <a:spcPts val="0"/>
              </a:spcBef>
              <a:spcAft>
                <a:spcPts val="0"/>
              </a:spcAft>
              <a:buSzPts val="1200"/>
              <a:buChar char="●"/>
            </a:pPr>
            <a:r>
              <a:rPr lang="en"/>
              <a:t>So what is it about the people they interact with that makes them more likely to be loyal?</a:t>
            </a:r>
            <a:endParaRPr/>
          </a:p>
          <a:p>
            <a:pPr indent="0" lvl="0" marL="0" rtl="0" algn="l">
              <a:spcBef>
                <a:spcPts val="0"/>
              </a:spcBef>
              <a:spcAft>
                <a:spcPts val="0"/>
              </a:spcAft>
              <a:buNone/>
            </a:pPr>
            <a:r>
              <a:t/>
            </a:r>
            <a:endParaRPr/>
          </a:p>
          <a:p>
            <a:pPr indent="0" lvl="0" marL="0" rtl="0" algn="ctr">
              <a:spcBef>
                <a:spcPts val="0"/>
              </a:spcBef>
              <a:spcAft>
                <a:spcPts val="0"/>
              </a:spcAft>
              <a:buNone/>
            </a:pPr>
            <a:r>
              <a:rPr b="1" lang="en" sz="1400"/>
              <a:t>See Figure 6.2 on Next Slide</a:t>
            </a:r>
            <a:endParaRPr b="1" sz="1400"/>
          </a:p>
          <a:p>
            <a:pPr indent="0" lvl="0" marL="0" rtl="0" algn="l">
              <a:spcBef>
                <a:spcPts val="0"/>
              </a:spcBef>
              <a:spcAft>
                <a:spcPts val="0"/>
              </a:spcAft>
              <a:buNone/>
            </a:pPr>
            <a:r>
              <a:t/>
            </a:r>
            <a:endParaRPr/>
          </a:p>
          <a:p>
            <a:pPr indent="0" lvl="0" marL="0" rtl="0" algn="ctr">
              <a:spcBef>
                <a:spcPts val="0"/>
              </a:spcBef>
              <a:spcAft>
                <a:spcPts val="0"/>
              </a:spcAft>
              <a:buNone/>
            </a:pPr>
            <a:r>
              <a:rPr b="1" lang="en" u="sng">
                <a:solidFill>
                  <a:schemeClr val="lt2"/>
                </a:solidFill>
              </a:rPr>
              <a:t>Drivers of Sales Reps Loyalty for Influencers and End Users </a:t>
            </a:r>
            <a:endParaRPr b="1" u="sng">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Rep’s professionalism is the biggest driver of loyalty..</a:t>
            </a:r>
            <a:endParaRPr>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Customers are simply looking for a professional. Someone they can believe, and someone they can trust. This is likely a response to the typical over promising that reps engage in.</a:t>
            </a:r>
            <a:endParaRPr>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Right behind professionalism as predictor for success is: the ability of the rep to “offer unique and valuable perspectives”</a:t>
            </a:r>
            <a:endParaRPr>
              <a:solidFill>
                <a:schemeClr val="lt2"/>
              </a:solidFill>
            </a:endParaRPr>
          </a:p>
          <a:p>
            <a:pPr indent="-304800" lvl="0" marL="457200" rtl="0" algn="l">
              <a:spcBef>
                <a:spcPts val="0"/>
              </a:spcBef>
              <a:spcAft>
                <a:spcPts val="0"/>
              </a:spcAft>
              <a:buClr>
                <a:schemeClr val="lt2"/>
              </a:buClr>
              <a:buSzPts val="1200"/>
              <a:buChar char="●"/>
            </a:pPr>
            <a:r>
              <a:rPr lang="en">
                <a:solidFill>
                  <a:schemeClr val="lt2"/>
                </a:solidFill>
              </a:rPr>
              <a:t>Equal important as “unique and valuable perspectives“ is “frequently educate the customer on issues and outcomes.” </a:t>
            </a:r>
            <a:endParaRPr>
              <a:solidFill>
                <a:schemeClr val="lt2"/>
              </a:solidFill>
            </a:endParaRPr>
          </a:p>
          <a:p>
            <a:pPr indent="0" lvl="0" marL="0" rtl="0" algn="l">
              <a:spcBef>
                <a:spcPts val="0"/>
              </a:spcBef>
              <a:spcAft>
                <a:spcPts val="0"/>
              </a:spcAft>
              <a:buNone/>
            </a:pPr>
            <a:r>
              <a:t/>
            </a:r>
            <a:endParaRPr b="1"/>
          </a:p>
        </p:txBody>
      </p:sp>
      <p:sp>
        <p:nvSpPr>
          <p:cNvPr id="442" name="Google Shape;442;p69"/>
          <p:cNvSpPr txBox="1"/>
          <p:nvPr/>
        </p:nvSpPr>
        <p:spPr>
          <a:xfrm>
            <a:off x="4061650" y="2742400"/>
            <a:ext cx="5082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2"/>
              </a:solidFill>
              <a:highlight>
                <a:srgbClr val="FF0000"/>
              </a:highlight>
              <a:latin typeface="Libre Baskerville"/>
              <a:ea typeface="Libre Baskerville"/>
              <a:cs typeface="Libre Baskerville"/>
              <a:sym typeface="Libre Baskervill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0"/>
          <p:cNvSpPr txBox="1"/>
          <p:nvPr/>
        </p:nvSpPr>
        <p:spPr>
          <a:xfrm>
            <a:off x="0" y="0"/>
            <a:ext cx="9144000" cy="37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D4AF37"/>
                </a:solidFill>
                <a:highlight>
                  <a:srgbClr val="00FFAF"/>
                </a:highlight>
                <a:latin typeface="Cinzel"/>
                <a:ea typeface="Cinzel"/>
                <a:cs typeface="Cinzel"/>
                <a:sym typeface="Cinzel"/>
              </a:rPr>
              <a:t>6.1 Sales Experience Drivers of customer loyalty - DMs</a:t>
            </a:r>
            <a:endParaRPr b="1" sz="2100">
              <a:solidFill>
                <a:srgbClr val="D4AF37"/>
              </a:solidFill>
              <a:highlight>
                <a:srgbClr val="00FFAF"/>
              </a:highlight>
              <a:latin typeface="Cinzel"/>
              <a:ea typeface="Cinzel"/>
              <a:cs typeface="Cinzel"/>
              <a:sym typeface="Cinzel"/>
            </a:endParaRPr>
          </a:p>
        </p:txBody>
      </p:sp>
      <p:pic>
        <p:nvPicPr>
          <p:cNvPr id="448" name="Google Shape;448;p70"/>
          <p:cNvPicPr preferRelativeResize="0"/>
          <p:nvPr/>
        </p:nvPicPr>
        <p:blipFill>
          <a:blip r:embed="rId3">
            <a:alphaModFix/>
          </a:blip>
          <a:stretch>
            <a:fillRect/>
          </a:stretch>
        </p:blipFill>
        <p:spPr>
          <a:xfrm>
            <a:off x="152400" y="457200"/>
            <a:ext cx="7498992" cy="4461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1"/>
          <p:cNvSpPr txBox="1"/>
          <p:nvPr/>
        </p:nvSpPr>
        <p:spPr>
          <a:xfrm>
            <a:off x="0" y="0"/>
            <a:ext cx="9144000" cy="37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D4AF37"/>
                </a:solidFill>
                <a:highlight>
                  <a:srgbClr val="00FFAF"/>
                </a:highlight>
                <a:latin typeface="Cinzel"/>
                <a:ea typeface="Cinzel"/>
                <a:cs typeface="Cinzel"/>
                <a:sym typeface="Cinzel"/>
              </a:rPr>
              <a:t>6.1 Sales Experience customer loyalty - Influencers</a:t>
            </a:r>
            <a:endParaRPr b="1" sz="2100">
              <a:solidFill>
                <a:srgbClr val="D4AF37"/>
              </a:solidFill>
              <a:highlight>
                <a:srgbClr val="00FFAF"/>
              </a:highlight>
              <a:latin typeface="Cinzel"/>
              <a:ea typeface="Cinzel"/>
              <a:cs typeface="Cinzel"/>
              <a:sym typeface="Cinzel"/>
            </a:endParaRPr>
          </a:p>
        </p:txBody>
      </p:sp>
      <p:pic>
        <p:nvPicPr>
          <p:cNvPr id="454" name="Google Shape;454;p71"/>
          <p:cNvPicPr preferRelativeResize="0"/>
          <p:nvPr/>
        </p:nvPicPr>
        <p:blipFill>
          <a:blip r:embed="rId3">
            <a:alphaModFix/>
          </a:blip>
          <a:stretch>
            <a:fillRect/>
          </a:stretch>
        </p:blipFill>
        <p:spPr>
          <a:xfrm>
            <a:off x="1294713" y="376800"/>
            <a:ext cx="6554567" cy="44618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2"/>
          <p:cNvSpPr txBox="1"/>
          <p:nvPr/>
        </p:nvSpPr>
        <p:spPr>
          <a:xfrm>
            <a:off x="0" y="0"/>
            <a:ext cx="9144000" cy="37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D4AF37"/>
                </a:solidFill>
                <a:highlight>
                  <a:srgbClr val="00FFAF"/>
                </a:highlight>
                <a:latin typeface="Cinzel"/>
                <a:ea typeface="Cinzel"/>
                <a:cs typeface="Cinzel"/>
                <a:sym typeface="Cinzel"/>
              </a:rPr>
              <a:t>6.3 Purchase Experience Loyalty Drivers: DM vs. Influencer</a:t>
            </a:r>
            <a:endParaRPr b="1" sz="2000">
              <a:solidFill>
                <a:srgbClr val="D4AF37"/>
              </a:solidFill>
              <a:highlight>
                <a:srgbClr val="00FFAF"/>
              </a:highlight>
              <a:latin typeface="Cinzel"/>
              <a:ea typeface="Cinzel"/>
              <a:cs typeface="Cinzel"/>
              <a:sym typeface="Cinzel"/>
            </a:endParaRPr>
          </a:p>
        </p:txBody>
      </p:sp>
      <p:pic>
        <p:nvPicPr>
          <p:cNvPr id="460" name="Google Shape;460;p72"/>
          <p:cNvPicPr preferRelativeResize="0"/>
          <p:nvPr/>
        </p:nvPicPr>
        <p:blipFill>
          <a:blip r:embed="rId3">
            <a:alphaModFix/>
          </a:blip>
          <a:stretch>
            <a:fillRect/>
          </a:stretch>
        </p:blipFill>
        <p:spPr>
          <a:xfrm>
            <a:off x="2409825" y="457200"/>
            <a:ext cx="4668386" cy="4461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3"/>
          <p:cNvSpPr txBox="1"/>
          <p:nvPr>
            <p:ph idx="1" type="body"/>
          </p:nvPr>
        </p:nvSpPr>
        <p:spPr>
          <a:xfrm>
            <a:off x="0" y="376500"/>
            <a:ext cx="4067700" cy="47670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
                <a:solidFill>
                  <a:srgbClr val="35B9D8"/>
                </a:solidFill>
                <a:highlight>
                  <a:srgbClr val="F3FF00"/>
                </a:highlight>
              </a:rPr>
              <a:t>what all of this means is that your reps now have to talk to more people than ever just to get the deal done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One of the biggest obstacles that core reps grapple with when it comes to dealing with  a consensus-based buying environment is: </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How to tailor the sales message to these different stakeholders in order to achieve maximum resonance.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Tailoring takes on many forms.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A good way to think about how to tailor messages is to: </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Start at the broadest level, the customer’s industry</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Then person’s company</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Person’s role,</a:t>
            </a:r>
            <a:endParaRPr>
              <a:solidFill>
                <a:srgbClr val="35B9D8"/>
              </a:solidFill>
              <a:highlight>
                <a:srgbClr val="F3FF00"/>
              </a:highlight>
            </a:endParaRPr>
          </a:p>
          <a:p>
            <a:pPr indent="-304800" lvl="0" marL="457200" rtl="0" algn="l">
              <a:spcBef>
                <a:spcPts val="0"/>
              </a:spcBef>
              <a:spcAft>
                <a:spcPts val="0"/>
              </a:spcAft>
              <a:buClr>
                <a:srgbClr val="35B9D8"/>
              </a:buClr>
              <a:buSzPts val="1200"/>
              <a:buChar char="●"/>
            </a:pPr>
            <a:r>
              <a:rPr lang="en">
                <a:solidFill>
                  <a:srgbClr val="35B9D8"/>
                </a:solidFill>
                <a:highlight>
                  <a:srgbClr val="F3FF00"/>
                </a:highlight>
              </a:rPr>
              <a:t>The individual person</a:t>
            </a:r>
            <a:endParaRPr>
              <a:solidFill>
                <a:srgbClr val="35B9D8"/>
              </a:solidFill>
              <a:highlight>
                <a:srgbClr val="F3FF00"/>
              </a:highlight>
            </a:endParaRPr>
          </a:p>
          <a:p>
            <a:pPr indent="0" lvl="0" marL="0" rtl="0" algn="ctr">
              <a:spcBef>
                <a:spcPts val="0"/>
              </a:spcBef>
              <a:spcAft>
                <a:spcPts val="0"/>
              </a:spcAft>
              <a:buNone/>
            </a:pPr>
            <a:r>
              <a:rPr lang="en">
                <a:solidFill>
                  <a:srgbClr val="35B9D8"/>
                </a:solidFill>
                <a:highlight>
                  <a:srgbClr val="F3FF00"/>
                </a:highlight>
              </a:rPr>
              <a:t> </a:t>
            </a:r>
            <a:br>
              <a:rPr lang="en">
                <a:solidFill>
                  <a:srgbClr val="35B9D8"/>
                </a:solidFill>
                <a:highlight>
                  <a:srgbClr val="F3FF00"/>
                </a:highlight>
              </a:rPr>
            </a:br>
            <a:r>
              <a:rPr b="1" lang="en">
                <a:solidFill>
                  <a:srgbClr val="35B9D8"/>
                </a:solidFill>
                <a:highlight>
                  <a:srgbClr val="F3FF00"/>
                </a:highlight>
                <a:latin typeface="Playfair Display"/>
                <a:ea typeface="Playfair Display"/>
                <a:cs typeface="Playfair Display"/>
                <a:sym typeface="Playfair Display"/>
              </a:rPr>
              <a:t>Figure 6.5 “layers” of tailoring</a:t>
            </a:r>
            <a:endParaRPr b="1">
              <a:solidFill>
                <a:srgbClr val="35B9D8"/>
              </a:solidFill>
              <a:highlight>
                <a:srgbClr val="F3FF00"/>
              </a:highlight>
              <a:latin typeface="Playfair Display"/>
              <a:ea typeface="Playfair Display"/>
              <a:cs typeface="Playfair Display"/>
              <a:sym typeface="Playfair Display"/>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The best thing about understanding and mapping customer outcomes is that you don’t have to rely on individual reps to figure all this out on their own.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rPr lang="en">
                <a:solidFill>
                  <a:srgbClr val="35B9D8"/>
                </a:solidFill>
                <a:highlight>
                  <a:srgbClr val="F3FF00"/>
                </a:highlight>
              </a:rPr>
              <a:t>This is something that can be determined centrally—in marketing or sales operations—and then given to  your reps in the form of a tool.</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a:p>
            <a:pPr indent="0" lvl="0" marL="0" rtl="0" algn="l">
              <a:spcBef>
                <a:spcPts val="0"/>
              </a:spcBef>
              <a:spcAft>
                <a:spcPts val="0"/>
              </a:spcAft>
              <a:buNone/>
            </a:pPr>
            <a:r>
              <a:t/>
            </a:r>
            <a:endParaRPr>
              <a:solidFill>
                <a:srgbClr val="35B9D8"/>
              </a:solidFill>
              <a:highlight>
                <a:srgbClr val="F3FF00"/>
              </a:highlight>
            </a:endParaRPr>
          </a:p>
        </p:txBody>
      </p:sp>
      <p:sp>
        <p:nvSpPr>
          <p:cNvPr id="466" name="Google Shape;466;p73"/>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2000">
                <a:solidFill>
                  <a:schemeClr val="dk1"/>
                </a:solidFill>
                <a:highlight>
                  <a:srgbClr val="00FFAF"/>
                </a:highlight>
                <a:latin typeface="Cinzel"/>
                <a:ea typeface="Cinzel"/>
                <a:cs typeface="Cinzel"/>
                <a:sym typeface="Cinzel"/>
              </a:rPr>
              <a:t>Tailoring the Message</a:t>
            </a:r>
            <a:endParaRPr b="1" sz="2000">
              <a:solidFill>
                <a:schemeClr val="dk1"/>
              </a:solidFill>
              <a:highlight>
                <a:srgbClr val="00FFAF"/>
              </a:highlight>
              <a:latin typeface="Cinzel"/>
              <a:ea typeface="Cinzel"/>
              <a:cs typeface="Cinzel"/>
              <a:sym typeface="Cinzel"/>
            </a:endParaRPr>
          </a:p>
        </p:txBody>
      </p:sp>
      <p:sp>
        <p:nvSpPr>
          <p:cNvPr id="467" name="Google Shape;467;p73"/>
          <p:cNvSpPr txBox="1"/>
          <p:nvPr>
            <p:ph idx="1" type="body"/>
          </p:nvPr>
        </p:nvSpPr>
        <p:spPr>
          <a:xfrm>
            <a:off x="4067675" y="0"/>
            <a:ext cx="5076300" cy="5143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
                <a:highlight>
                  <a:schemeClr val="dk1"/>
                </a:highlight>
                <a:latin typeface="Cinzel"/>
                <a:ea typeface="Cinzel"/>
                <a:cs typeface="Cinzel"/>
                <a:sym typeface="Cinzel"/>
              </a:rPr>
              <a:t>2 things Challenger reps tailor to are: </a:t>
            </a:r>
            <a:endParaRPr b="1">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AutoNum type="arabicPeriod"/>
            </a:pPr>
            <a:r>
              <a:rPr lang="en">
                <a:highlight>
                  <a:schemeClr val="dk1"/>
                </a:highlight>
                <a:latin typeface="Cinzel"/>
                <a:ea typeface="Cinzel"/>
                <a:cs typeface="Cinzel"/>
                <a:sym typeface="Cinzel"/>
              </a:rPr>
              <a:t>their knowledge of an individual stakeholder’s value drivers </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AutoNum type="arabicPeriod"/>
            </a:pPr>
            <a:r>
              <a:rPr lang="en">
                <a:highlight>
                  <a:schemeClr val="dk1"/>
                </a:highlight>
                <a:latin typeface="Cinzel"/>
                <a:ea typeface="Cinzel"/>
                <a:cs typeface="Cinzel"/>
                <a:sym typeface="Cinzel"/>
              </a:rPr>
              <a:t>an understanding of the economic drivers of that person’s business.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A Challenger rep arrives at the customer with a deep understanding of:</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how individual stakeholders fit into their overall business</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what their role is and what they are worried about</a:t>
            </a:r>
            <a:endParaRPr>
              <a:highlight>
                <a:schemeClr val="dk1"/>
              </a:highlight>
              <a:latin typeface="Cinzel"/>
              <a:ea typeface="Cinzel"/>
              <a:cs typeface="Cinzel"/>
              <a:sym typeface="Cinzel"/>
            </a:endParaRPr>
          </a:p>
          <a:p>
            <a:pPr indent="-304800" lvl="0" marL="457200" rtl="0" algn="l">
              <a:spcBef>
                <a:spcPts val="0"/>
              </a:spcBef>
              <a:spcAft>
                <a:spcPts val="0"/>
              </a:spcAft>
              <a:buSzPts val="1200"/>
              <a:buFont typeface="Cinzel"/>
              <a:buChar char="●"/>
            </a:pPr>
            <a:r>
              <a:rPr lang="en">
                <a:highlight>
                  <a:schemeClr val="dk1"/>
                </a:highlight>
                <a:latin typeface="Cinzel"/>
                <a:ea typeface="Cinzel"/>
                <a:cs typeface="Cinzel"/>
                <a:sym typeface="Cinzel"/>
              </a:rPr>
              <a:t>Their</a:t>
            </a:r>
            <a:r>
              <a:rPr lang="en">
                <a:highlight>
                  <a:schemeClr val="dk1"/>
                </a:highlight>
                <a:latin typeface="Cinzel"/>
                <a:ea typeface="Cinzel"/>
                <a:cs typeface="Cinzel"/>
                <a:sym typeface="Cinzel"/>
              </a:rPr>
              <a:t> specific quantifiable results that those individuals want to achieve </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Challenger reps aren’t focused on what they are selling,.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They are focused on what the person they’re speaking to is trying to accomplish. </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The strengths of this approach are that needs across roles within similar companies remain relatively steady over time, and comparable organization.</a:t>
            </a:r>
            <a:endParaRPr>
              <a:highlight>
                <a:schemeClr val="dk1"/>
              </a:highlight>
              <a:latin typeface="Cinzel"/>
              <a:ea typeface="Cinzel"/>
              <a:cs typeface="Cinzel"/>
              <a:sym typeface="Cinze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4"/>
          <p:cNvSpPr txBox="1"/>
          <p:nvPr>
            <p:ph idx="1" type="body"/>
          </p:nvPr>
        </p:nvSpPr>
        <p:spPr>
          <a:xfrm>
            <a:off x="0" y="370500"/>
            <a:ext cx="4061700" cy="4773000"/>
          </a:xfrm>
          <a:prstGeom prst="rect">
            <a:avLst/>
          </a:prstGeom>
        </p:spPr>
        <p:txBody>
          <a:bodyPr anchorCtr="0" anchor="t" bIns="45700" lIns="91425" spcFirstLastPara="1" rIns="91425" wrap="square" tIns="45700">
            <a:normAutofit fontScale="85000" lnSpcReduction="10000"/>
          </a:bodyPr>
          <a:lstStyle/>
          <a:p>
            <a:pPr indent="0" lvl="0" marL="0" rtl="0" algn="l">
              <a:spcBef>
                <a:spcPts val="0"/>
              </a:spcBef>
              <a:spcAft>
                <a:spcPts val="0"/>
              </a:spcAft>
              <a:buNone/>
            </a:pPr>
            <a:r>
              <a:rPr lang="en"/>
              <a:t>3</a:t>
            </a:r>
            <a:r>
              <a:rPr lang="en"/>
              <a:t>rd distinguishing characteristic of Challenger reps: Their ability to take control of the sale.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Challengers also create momentum, their deals don’t get stuck in no-decision </a:t>
            </a:r>
            <a:r>
              <a:rPr lang="en">
                <a:solidFill>
                  <a:schemeClr val="lt2"/>
                </a:solidFill>
              </a:rPr>
              <a:t>because they will think ahead to the next steps.</a:t>
            </a:r>
            <a:endParaRPr/>
          </a:p>
          <a:p>
            <a:pPr indent="0" lvl="0" marL="0" rtl="0" algn="l">
              <a:spcBef>
                <a:spcPts val="0"/>
              </a:spcBef>
              <a:spcAft>
                <a:spcPts val="0"/>
              </a:spcAft>
              <a:buNone/>
            </a:pPr>
            <a:r>
              <a:t/>
            </a:r>
            <a:endParaRPr/>
          </a:p>
          <a:p>
            <a:pPr indent="0" lvl="0" marL="0" rtl="0" algn="ctr">
              <a:spcBef>
                <a:spcPts val="0"/>
              </a:spcBef>
              <a:spcAft>
                <a:spcPts val="0"/>
              </a:spcAft>
              <a:buNone/>
            </a:pPr>
            <a:r>
              <a:rPr b="1" lang="en" u="sng"/>
              <a:t>3 misconceptions of taking control of the sale</a:t>
            </a:r>
            <a:endParaRPr b="1" u="sng"/>
          </a:p>
          <a:p>
            <a:pPr indent="-293370" lvl="0" marL="457200" rtl="0" algn="l">
              <a:spcBef>
                <a:spcPts val="0"/>
              </a:spcBef>
              <a:spcAft>
                <a:spcPts val="0"/>
              </a:spcAft>
              <a:buSzPct val="100000"/>
              <a:buAutoNum type="arabicPeriod"/>
            </a:pPr>
            <a:r>
              <a:rPr lang="en"/>
              <a:t>Taking control is synonymous with negotiation.</a:t>
            </a:r>
            <a:endParaRPr/>
          </a:p>
          <a:p>
            <a:pPr indent="-293370" lvl="0" marL="457200" rtl="0" algn="l">
              <a:spcBef>
                <a:spcPts val="0"/>
              </a:spcBef>
              <a:spcAft>
                <a:spcPts val="0"/>
              </a:spcAft>
              <a:buSzPct val="100000"/>
              <a:buAutoNum type="arabicPeriod"/>
            </a:pPr>
            <a:r>
              <a:rPr lang="en"/>
              <a:t>Reps only take control regarding matters of money.</a:t>
            </a:r>
            <a:endParaRPr/>
          </a:p>
          <a:p>
            <a:pPr indent="-293370" lvl="0" marL="457200" rtl="0" algn="l">
              <a:spcBef>
                <a:spcPts val="0"/>
              </a:spcBef>
              <a:spcAft>
                <a:spcPts val="0"/>
              </a:spcAft>
              <a:buSzPct val="100000"/>
              <a:buAutoNum type="arabicPeriod"/>
            </a:pPr>
            <a:r>
              <a:rPr lang="en"/>
              <a:t>Reps will become too aggressive if we tell them to “take control.”</a:t>
            </a:r>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b="1" lang="en" u="sng">
                <a:solidFill>
                  <a:schemeClr val="lt1"/>
                </a:solidFill>
              </a:rPr>
              <a:t>Misconception #1: Taking Control Is Synonymous with Negotiation</a:t>
            </a:r>
            <a:endParaRPr b="1" u="sng">
              <a:solidFill>
                <a:schemeClr val="lt1"/>
              </a:solidFill>
            </a:endParaRPr>
          </a:p>
          <a:p>
            <a:pPr indent="0" lvl="0" marL="0" rtl="0" algn="l">
              <a:spcBef>
                <a:spcPts val="0"/>
              </a:spcBef>
              <a:spcAft>
                <a:spcPts val="0"/>
              </a:spcAft>
              <a:buNone/>
            </a:pPr>
            <a:r>
              <a:rPr lang="en">
                <a:solidFill>
                  <a:schemeClr val="lt1"/>
                </a:solidFill>
              </a:rPr>
              <a:t>The typical rep response is spending time with the junior contact in the hopes of turning that individual into an advocate.</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Challengers suss out these foils and require expanded access within the organization in exchange for more time.</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Top performers extend this part of the sales process by digging into these individual stakeholders’ varying goals and biases, as well as business and personal objectives.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They map out not just who the key stakeholders are, but what these stakeholders care about and why they care about these things. </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rPr lang="en">
                <a:solidFill>
                  <a:schemeClr val="lt1"/>
                </a:solidFill>
              </a:rPr>
              <a:t>By doing this, the Challenger is in a much better position to be able to take control right from the beginning.</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473" name="Google Shape;473;p74"/>
          <p:cNvSpPr txBox="1"/>
          <p:nvPr>
            <p:ph type="title"/>
          </p:nvPr>
        </p:nvSpPr>
        <p:spPr>
          <a:xfrm>
            <a:off x="75850" y="0"/>
            <a:ext cx="39858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sz="2000"/>
              <a:t>Taking Control of the Sale</a:t>
            </a:r>
            <a:endParaRPr sz="2000"/>
          </a:p>
        </p:txBody>
      </p:sp>
      <p:sp>
        <p:nvSpPr>
          <p:cNvPr id="474" name="Google Shape;474;p74"/>
          <p:cNvSpPr txBox="1"/>
          <p:nvPr>
            <p:ph idx="1" type="body"/>
          </p:nvPr>
        </p:nvSpPr>
        <p:spPr>
          <a:xfrm>
            <a:off x="4061650" y="0"/>
            <a:ext cx="5082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
                <a:solidFill>
                  <a:schemeClr val="lt1"/>
                </a:solidFill>
              </a:rPr>
              <a:t>Challengers, by contrast, “lead and simplify.” </a:t>
            </a:r>
            <a:endParaRPr b="1">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Rather than assuming that the customer knows how to execute the purchase of a complex solution, they teach the customer how to buy the solution. </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They extrapolate from past successful sales efforts and apply what they’ve learned to help the customer work through their purchase process. </a:t>
            </a:r>
            <a:endParaRPr>
              <a:solidFill>
                <a:schemeClr val="lt1"/>
              </a:solidFill>
            </a:endParaRPr>
          </a:p>
          <a:p>
            <a:pPr indent="-304800" lvl="0" marL="457200" rtl="0" algn="l">
              <a:spcBef>
                <a:spcPts val="0"/>
              </a:spcBef>
              <a:spcAft>
                <a:spcPts val="0"/>
              </a:spcAft>
              <a:buClr>
                <a:schemeClr val="lt1"/>
              </a:buClr>
              <a:buSzPts val="1200"/>
              <a:buChar char="●"/>
            </a:pPr>
            <a:r>
              <a:rPr lang="en">
                <a:solidFill>
                  <a:schemeClr val="lt1"/>
                </a:solidFill>
              </a:rPr>
              <a:t>Instead of asking, “Who needs to be involved?” Challenger reps coach the customer on who should be involved.</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b="1" lang="en" u="sng">
                <a:solidFill>
                  <a:schemeClr val="lt1"/>
                </a:solidFill>
              </a:rPr>
              <a:t>Misconception #2: Reps Take Control Regarding Only Matters of Money</a:t>
            </a:r>
            <a:endParaRPr b="1" u="sng">
              <a:solidFill>
                <a:schemeClr val="lt1"/>
              </a:solidFill>
            </a:endParaRPr>
          </a:p>
          <a:p>
            <a:pPr indent="0" lvl="0" marL="0" rtl="0" algn="ctr">
              <a:spcBef>
                <a:spcPts val="0"/>
              </a:spcBef>
              <a:spcAft>
                <a:spcPts val="0"/>
              </a:spcAft>
              <a:buNone/>
            </a:pPr>
            <a:r>
              <a:t/>
            </a:r>
            <a:endParaRPr b="1" u="sng">
              <a:solidFill>
                <a:schemeClr val="lt1"/>
              </a:solidFill>
            </a:endParaRPr>
          </a:p>
          <a:p>
            <a:pPr indent="0" lvl="0" marL="0" rtl="0" algn="l">
              <a:spcBef>
                <a:spcPts val="0"/>
              </a:spcBef>
              <a:spcAft>
                <a:spcPts val="0"/>
              </a:spcAft>
              <a:buNone/>
            </a:pPr>
            <a:r>
              <a:rPr lang="en">
                <a:solidFill>
                  <a:schemeClr val="lt1"/>
                </a:solidFill>
              </a:rPr>
              <a:t>Need to establish credibility, authority, and develop customer appreciation for these new ideas as they are all critical to the eventual sale, otherwise it all falls apart, and as a result a rep needs to work on controlling early on.</a:t>
            </a:r>
            <a:endParaRPr>
              <a:solidFill>
                <a:schemeClr val="lt1"/>
              </a:solidFill>
            </a:endParaRPr>
          </a:p>
          <a:p>
            <a:pPr indent="0" lvl="0" marL="0" rtl="0" algn="l">
              <a:spcBef>
                <a:spcPts val="0"/>
              </a:spcBef>
              <a:spcAft>
                <a:spcPts val="0"/>
              </a:spcAft>
              <a:buNone/>
            </a:pPr>
            <a:r>
              <a:t/>
            </a:r>
            <a:endParaRPr>
              <a:solidFill>
                <a:schemeClr val="lt1"/>
              </a:solidFill>
            </a:endParaRPr>
          </a:p>
          <a:p>
            <a:pPr indent="0" lvl="0" marL="0" rtl="0" algn="ctr">
              <a:spcBef>
                <a:spcPts val="0"/>
              </a:spcBef>
              <a:spcAft>
                <a:spcPts val="0"/>
              </a:spcAft>
              <a:buNone/>
            </a:pPr>
            <a:r>
              <a:rPr b="1" lang="en" u="sng">
                <a:solidFill>
                  <a:schemeClr val="lt1"/>
                </a:solidFill>
              </a:rPr>
              <a:t>Misconception #3: Reps Will Become Too Aggressive If We Tell Them to “Take Control”</a:t>
            </a:r>
            <a:endParaRPr b="1" u="sng">
              <a:solidFill>
                <a:schemeClr val="lt1"/>
              </a:solidFill>
            </a:endParaRPr>
          </a:p>
          <a:p>
            <a:pPr indent="0" lvl="0" marL="0" rtl="0" algn="l">
              <a:spcBef>
                <a:spcPts val="0"/>
              </a:spcBef>
              <a:spcAft>
                <a:spcPts val="0"/>
              </a:spcAft>
              <a:buNone/>
            </a:pPr>
            <a:r>
              <a:t/>
            </a:r>
            <a:endParaRPr>
              <a:solidFill>
                <a:schemeClr val="lt1"/>
              </a:solidFill>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5"/>
          <p:cNvSpPr txBox="1"/>
          <p:nvPr/>
        </p:nvSpPr>
        <p:spPr>
          <a:xfrm>
            <a:off x="156900" y="376875"/>
            <a:ext cx="8830200" cy="46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rgbClr val="00FFAF"/>
              </a:solidFill>
              <a:highlight>
                <a:srgbClr val="D4AF37"/>
              </a:highlight>
              <a:latin typeface="Cinzel"/>
              <a:ea typeface="Cinzel"/>
              <a:cs typeface="Cinzel"/>
              <a:sym typeface="Cinzel"/>
            </a:endParaRPr>
          </a:p>
        </p:txBody>
      </p:sp>
      <p:sp>
        <p:nvSpPr>
          <p:cNvPr id="480" name="Google Shape;480;p75"/>
          <p:cNvSpPr txBox="1"/>
          <p:nvPr/>
        </p:nvSpPr>
        <p:spPr>
          <a:xfrm>
            <a:off x="457200" y="1695450"/>
            <a:ext cx="8229600" cy="37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D4AF37"/>
                </a:solidFill>
                <a:highlight>
                  <a:srgbClr val="00FFAF"/>
                </a:highlight>
                <a:latin typeface="Cinzel"/>
                <a:ea typeface="Cinzel"/>
                <a:cs typeface="Cinzel"/>
                <a:sym typeface="Cinzel"/>
              </a:rPr>
              <a:t>The Role of Leaders, The Team, &amp; the Company</a:t>
            </a:r>
            <a:endParaRPr b="1" sz="2100">
              <a:solidFill>
                <a:srgbClr val="D4AF37"/>
              </a:solidFill>
              <a:highlight>
                <a:srgbClr val="00FFAF"/>
              </a:highlight>
              <a:latin typeface="Cinzel"/>
              <a:ea typeface="Cinzel"/>
              <a:cs typeface="Cinzel"/>
              <a:sym typeface="Cinze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6"/>
          <p:cNvSpPr txBox="1"/>
          <p:nvPr>
            <p:ph idx="1" type="body"/>
          </p:nvPr>
        </p:nvSpPr>
        <p:spPr>
          <a:xfrm>
            <a:off x="0" y="376500"/>
            <a:ext cx="4067700" cy="4767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solidFill>
                <a:srgbClr val="35B9D8"/>
              </a:solidFill>
              <a:highlight>
                <a:srgbClr val="F3FF00"/>
              </a:highlight>
            </a:endParaRPr>
          </a:p>
        </p:txBody>
      </p:sp>
      <p:sp>
        <p:nvSpPr>
          <p:cNvPr id="486" name="Google Shape;486;p76"/>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 sz="1700">
                <a:solidFill>
                  <a:schemeClr val="dk1"/>
                </a:solidFill>
                <a:highlight>
                  <a:srgbClr val="00FFAF"/>
                </a:highlight>
                <a:latin typeface="Cinzel"/>
                <a:ea typeface="Cinzel"/>
                <a:cs typeface="Cinzel"/>
                <a:sym typeface="Cinzel"/>
              </a:rPr>
              <a:t>Equipping Reps to Take Control</a:t>
            </a:r>
            <a:endParaRPr b="1" sz="1700">
              <a:solidFill>
                <a:schemeClr val="dk1"/>
              </a:solidFill>
              <a:highlight>
                <a:srgbClr val="00FFAF"/>
              </a:highlight>
              <a:latin typeface="Cinzel"/>
              <a:ea typeface="Cinzel"/>
              <a:cs typeface="Cinzel"/>
              <a:sym typeface="Cinzel"/>
            </a:endParaRPr>
          </a:p>
        </p:txBody>
      </p:sp>
      <p:sp>
        <p:nvSpPr>
          <p:cNvPr id="487" name="Google Shape;487;p76"/>
          <p:cNvSpPr txBox="1"/>
          <p:nvPr>
            <p:ph idx="1" type="body"/>
          </p:nvPr>
        </p:nvSpPr>
        <p:spPr>
          <a:xfrm>
            <a:off x="4067675" y="0"/>
            <a:ext cx="5076300" cy="5143500"/>
          </a:xfrm>
          <a:prstGeom prst="rect">
            <a:avLst/>
          </a:prstGeom>
        </p:spPr>
        <p:txBody>
          <a:bodyPr anchorCtr="0" anchor="t" bIns="45700" lIns="91425" spcFirstLastPara="1" rIns="91425" wrap="square" tIns="45700">
            <a:normAutofit fontScale="92500" lnSpcReduction="20000"/>
          </a:bodyPr>
          <a:lstStyle/>
          <a:p>
            <a:pPr indent="0" lvl="0" marL="0" rtl="0" algn="l">
              <a:spcBef>
                <a:spcPts val="0"/>
              </a:spcBef>
              <a:spcAft>
                <a:spcPts val="0"/>
              </a:spcAft>
              <a:buNone/>
            </a:pPr>
            <a:r>
              <a:rPr b="1" lang="en">
                <a:highlight>
                  <a:schemeClr val="dk1"/>
                </a:highlight>
                <a:latin typeface="Cinzel"/>
                <a:ea typeface="Cinzel"/>
                <a:cs typeface="Cinzel"/>
                <a:sym typeface="Cinzel"/>
              </a:rPr>
              <a:t> </a:t>
            </a:r>
            <a:r>
              <a:rPr lang="en">
                <a:highlight>
                  <a:schemeClr val="dk1"/>
                </a:highlight>
                <a:latin typeface="Cinzel"/>
                <a:ea typeface="Cinzel"/>
                <a:cs typeface="Cinzel"/>
                <a:sym typeface="Cinzel"/>
              </a:rPr>
              <a:t>How do companies shake reps out of their passive posture? Getting this right requires that they tackle the main obstacle that gets in the way of the average rep’s being</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Challengers, by comparison, thrive in ambiguity. They know how to navigate it and understand how it can be leveraged to their advantage. They display a remarkable level of comfort with silence during the customer conversation, as well as with keeping negotiation points and customer objections open and on the table longer than one normally would. It might be a bit of an overstatement to say they “like” tension, but it probably isn’t that far from the truth.</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lang="en">
                <a:highlight>
                  <a:schemeClr val="dk1"/>
                </a:highlight>
                <a:latin typeface="Cinzel"/>
                <a:ea typeface="Cinzel"/>
                <a:cs typeface="Cinzel"/>
                <a:sym typeface="Cinzel"/>
              </a:rPr>
              <a:t>helping reps to avoid premature closure.</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rPr b="1" lang="en">
                <a:highlight>
                  <a:schemeClr val="dk1"/>
                </a:highlight>
                <a:latin typeface="Cinzel"/>
                <a:ea typeface="Cinzel"/>
                <a:cs typeface="Cinzel"/>
                <a:sym typeface="Cinzel"/>
              </a:rPr>
              <a:t>Competition differentiation: </a:t>
            </a:r>
            <a:r>
              <a:rPr lang="en">
                <a:highlight>
                  <a:schemeClr val="dk1"/>
                </a:highlight>
                <a:latin typeface="Cinzel"/>
                <a:ea typeface="Cinzel"/>
                <a:cs typeface="Cinzel"/>
                <a:sym typeface="Cinzel"/>
              </a:rPr>
              <a:t>The trick is not to describe your differences, but to make customers value them. And to do that, remember these two things: </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AutoNum type="arabicPeriod"/>
            </a:pPr>
            <a:r>
              <a:rPr b="1" lang="en">
                <a:highlight>
                  <a:schemeClr val="dk1"/>
                </a:highlight>
                <a:latin typeface="Cinzel"/>
                <a:ea typeface="Cinzel"/>
                <a:cs typeface="Cinzel"/>
                <a:sym typeface="Cinzel"/>
              </a:rPr>
              <a:t>be memorable, not agreeable:</a:t>
            </a:r>
            <a:r>
              <a:rPr lang="en">
                <a:highlight>
                  <a:schemeClr val="dk1"/>
                </a:highlight>
                <a:latin typeface="Cinzel"/>
                <a:ea typeface="Cinzel"/>
                <a:cs typeface="Cinzel"/>
                <a:sym typeface="Cinzel"/>
              </a:rPr>
              <a:t> It’s nice to have a business conversation about profits and capabilities, or a relationship conversation around sports and kids,  but unless you frame your conversation around an edgy or unique insight, the customer will forget everything you said as soon as you walk out the door. </a:t>
            </a:r>
            <a:endParaRPr>
              <a:highlight>
                <a:schemeClr val="dk1"/>
              </a:highlight>
              <a:latin typeface="Cinzel"/>
              <a:ea typeface="Cinzel"/>
              <a:cs typeface="Cinzel"/>
              <a:sym typeface="Cinzel"/>
            </a:endParaRPr>
          </a:p>
          <a:p>
            <a:pPr indent="-299085" lvl="1" marL="914400" rtl="0" algn="l">
              <a:spcBef>
                <a:spcPts val="0"/>
              </a:spcBef>
              <a:spcAft>
                <a:spcPts val="0"/>
              </a:spcAft>
              <a:buSzPct val="100000"/>
              <a:buFont typeface="Cinzel"/>
              <a:buChar char="○"/>
            </a:pPr>
            <a:r>
              <a:rPr lang="en">
                <a:highlight>
                  <a:schemeClr val="dk1"/>
                </a:highlight>
                <a:latin typeface="Cinzel"/>
                <a:ea typeface="Cinzel"/>
                <a:cs typeface="Cinzel"/>
                <a:sym typeface="Cinzel"/>
              </a:rPr>
              <a:t>Being different sounds risky, but it’s better than being forgettable. </a:t>
            </a:r>
            <a:endParaRPr>
              <a:highlight>
                <a:schemeClr val="dk1"/>
              </a:highlight>
              <a:latin typeface="Cinzel"/>
              <a:ea typeface="Cinzel"/>
              <a:cs typeface="Cinzel"/>
              <a:sym typeface="Cinzel"/>
            </a:endParaRPr>
          </a:p>
          <a:p>
            <a:pPr indent="-299085" lvl="0" marL="457200" rtl="0" algn="l">
              <a:spcBef>
                <a:spcPts val="0"/>
              </a:spcBef>
              <a:spcAft>
                <a:spcPts val="0"/>
              </a:spcAft>
              <a:buSzPct val="100000"/>
              <a:buFont typeface="Cinzel"/>
              <a:buAutoNum type="arabicPeriod"/>
            </a:pPr>
            <a:r>
              <a:rPr b="1" lang="en">
                <a:highlight>
                  <a:schemeClr val="dk1"/>
                </a:highlight>
                <a:latin typeface="Cinzel"/>
                <a:ea typeface="Cinzel"/>
                <a:cs typeface="Cinzel"/>
                <a:sym typeface="Cinzel"/>
              </a:rPr>
              <a:t>build a pitch that leads to your solution, not with it: </a:t>
            </a:r>
            <a:r>
              <a:rPr lang="en">
                <a:highlight>
                  <a:schemeClr val="dk1"/>
                </a:highlight>
                <a:latin typeface="Cinzel"/>
                <a:ea typeface="Cinzel"/>
                <a:cs typeface="Cinzel"/>
                <a:sym typeface="Cinzel"/>
              </a:rPr>
              <a:t>Before even talking about your capabilities, teach customers about a problem They didn’t even know they had—one that you can solve better than your competitors. Only then should you lead into the details of your specific</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a:p>
            <a:pPr indent="0" lvl="0" marL="0" rtl="0" algn="l">
              <a:spcBef>
                <a:spcPts val="0"/>
              </a:spcBef>
              <a:spcAft>
                <a:spcPts val="0"/>
              </a:spcAft>
              <a:buNone/>
            </a:pPr>
            <a:r>
              <a:t/>
            </a:r>
            <a:endParaRPr>
              <a:highlight>
                <a:schemeClr val="dk1"/>
              </a:highlight>
              <a:latin typeface="Cinzel"/>
              <a:ea typeface="Cinzel"/>
              <a:cs typeface="Cinzel"/>
              <a:sym typeface="Cinze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7"/>
          <p:cNvSpPr txBox="1"/>
          <p:nvPr>
            <p:ph type="title"/>
          </p:nvPr>
        </p:nvSpPr>
        <p:spPr>
          <a:xfrm>
            <a:off x="0" y="0"/>
            <a:ext cx="4061700" cy="3666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t/>
            </a:r>
            <a:endParaRPr sz="2000"/>
          </a:p>
        </p:txBody>
      </p:sp>
      <p:sp>
        <p:nvSpPr>
          <p:cNvPr id="493" name="Google Shape;493;p77"/>
          <p:cNvSpPr txBox="1"/>
          <p:nvPr>
            <p:ph idx="1" type="body"/>
          </p:nvPr>
        </p:nvSpPr>
        <p:spPr>
          <a:xfrm>
            <a:off x="0" y="366600"/>
            <a:ext cx="4061700" cy="4776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4" name="Google Shape;494;p77"/>
          <p:cNvSpPr txBox="1"/>
          <p:nvPr>
            <p:ph type="title"/>
          </p:nvPr>
        </p:nvSpPr>
        <p:spPr>
          <a:xfrm>
            <a:off x="4061650" y="1"/>
            <a:ext cx="5082300" cy="514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8"/>
          <p:cNvSpPr txBox="1"/>
          <p:nvPr>
            <p:ph idx="1" type="body"/>
          </p:nvPr>
        </p:nvSpPr>
        <p:spPr>
          <a:xfrm>
            <a:off x="0" y="370500"/>
            <a:ext cx="4061700" cy="4773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00" name="Google Shape;500;p78"/>
          <p:cNvSpPr txBox="1"/>
          <p:nvPr>
            <p:ph type="title"/>
          </p:nvPr>
        </p:nvSpPr>
        <p:spPr>
          <a:xfrm>
            <a:off x="75850" y="0"/>
            <a:ext cx="3985800" cy="37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sz="2000"/>
          </a:p>
        </p:txBody>
      </p:sp>
      <p:sp>
        <p:nvSpPr>
          <p:cNvPr id="501" name="Google Shape;501;p78"/>
          <p:cNvSpPr txBox="1"/>
          <p:nvPr>
            <p:ph idx="1" type="body"/>
          </p:nvPr>
        </p:nvSpPr>
        <p:spPr>
          <a:xfrm>
            <a:off x="4061650" y="0"/>
            <a:ext cx="5082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9"/>
          <p:cNvSpPr txBox="1"/>
          <p:nvPr>
            <p:ph idx="1" type="body"/>
          </p:nvPr>
        </p:nvSpPr>
        <p:spPr>
          <a:xfrm>
            <a:off x="0" y="376500"/>
            <a:ext cx="4067700" cy="4767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solidFill>
                <a:srgbClr val="35B9D8"/>
              </a:solidFill>
              <a:highlight>
                <a:srgbClr val="F3FF00"/>
              </a:highlight>
            </a:endParaRPr>
          </a:p>
        </p:txBody>
      </p:sp>
      <p:sp>
        <p:nvSpPr>
          <p:cNvPr id="507" name="Google Shape;507;p79"/>
          <p:cNvSpPr txBox="1"/>
          <p:nvPr>
            <p:ph type="title"/>
          </p:nvPr>
        </p:nvSpPr>
        <p:spPr>
          <a:xfrm>
            <a:off x="0" y="0"/>
            <a:ext cx="4067700" cy="376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b="1" sz="2000">
              <a:solidFill>
                <a:schemeClr val="dk1"/>
              </a:solidFill>
              <a:highlight>
                <a:srgbClr val="00FFAF"/>
              </a:highlight>
              <a:latin typeface="Cinzel"/>
              <a:ea typeface="Cinzel"/>
              <a:cs typeface="Cinzel"/>
              <a:sym typeface="Cinzel"/>
            </a:endParaRPr>
          </a:p>
        </p:txBody>
      </p:sp>
      <p:sp>
        <p:nvSpPr>
          <p:cNvPr id="508" name="Google Shape;508;p79"/>
          <p:cNvSpPr txBox="1"/>
          <p:nvPr>
            <p:ph idx="1" type="body"/>
          </p:nvPr>
        </p:nvSpPr>
        <p:spPr>
          <a:xfrm>
            <a:off x="4067675" y="0"/>
            <a:ext cx="5076300" cy="51435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b="1" lang="en">
                <a:highlight>
                  <a:schemeClr val="dk1"/>
                </a:highlight>
                <a:latin typeface="Cinzel"/>
                <a:ea typeface="Cinzel"/>
                <a:cs typeface="Cinzel"/>
                <a:sym typeface="Cinzel"/>
              </a:rPr>
              <a:t>X dv v </a:t>
            </a:r>
            <a:endParaRPr b="1">
              <a:highlight>
                <a:schemeClr val="dk1"/>
              </a:highlight>
              <a:latin typeface="Cinzel"/>
              <a:ea typeface="Cinzel"/>
              <a:cs typeface="Cinzel"/>
              <a:sym typeface="Cinze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0"/>
          <p:cNvSpPr txBox="1"/>
          <p:nvPr>
            <p:ph type="title"/>
          </p:nvPr>
        </p:nvSpPr>
        <p:spPr>
          <a:xfrm>
            <a:off x="0" y="0"/>
            <a:ext cx="4061700" cy="366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t/>
            </a:r>
            <a:endParaRPr sz="1600"/>
          </a:p>
        </p:txBody>
      </p:sp>
      <p:sp>
        <p:nvSpPr>
          <p:cNvPr id="514" name="Google Shape;514;p80"/>
          <p:cNvSpPr txBox="1"/>
          <p:nvPr>
            <p:ph idx="1" type="body"/>
          </p:nvPr>
        </p:nvSpPr>
        <p:spPr>
          <a:xfrm>
            <a:off x="0" y="366600"/>
            <a:ext cx="4061700" cy="4776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15" name="Google Shape;515;p80"/>
          <p:cNvSpPr txBox="1"/>
          <p:nvPr>
            <p:ph type="title"/>
          </p:nvPr>
        </p:nvSpPr>
        <p:spPr>
          <a:xfrm>
            <a:off x="4061650" y="1"/>
            <a:ext cx="5082300" cy="5143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Klear Theme">
  <a:themeElements>
    <a:clrScheme name="Custom 9">
      <a:dk1>
        <a:srgbClr val="4B4F53"/>
      </a:dk1>
      <a:lt1>
        <a:srgbClr val="FFFFFF"/>
      </a:lt1>
      <a:dk2>
        <a:srgbClr val="FEDDCA"/>
      </a:dk2>
      <a:lt2>
        <a:srgbClr val="333333"/>
      </a:lt2>
      <a:accent1>
        <a:srgbClr val="4B4F53"/>
      </a:accent1>
      <a:accent2>
        <a:srgbClr val="11C6C7"/>
      </a:accent2>
      <a:accent3>
        <a:srgbClr val="F16329"/>
      </a:accent3>
      <a:accent4>
        <a:srgbClr val="B727A0"/>
      </a:accent4>
      <a:accent5>
        <a:srgbClr val="DBF4FF"/>
      </a:accent5>
      <a:accent6>
        <a:srgbClr val="EFD4EB"/>
      </a:accent6>
      <a:hlink>
        <a:srgbClr val="2299C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